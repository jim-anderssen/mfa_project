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63" r:id="rId4"/>
    <p:sldId id="258" r:id="rId5"/>
    <p:sldId id="262" r:id="rId6"/>
    <p:sldId id="260" r:id="rId7"/>
    <p:sldId id="259" r:id="rId8"/>
    <p:sldId id="265" r:id="rId9"/>
    <p:sldId id="266" r:id="rId10"/>
    <p:sldId id="261" r:id="rId11"/>
    <p:sldId id="26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60CA60-D741-5A44-A336-73DDC629FF18}" v="287" dt="2026-02-06T08:57:58.1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84354"/>
  </p:normalViewPr>
  <p:slideViewPr>
    <p:cSldViewPr snapToGrid="0" snapToObjects="1">
      <p:cViewPr varScale="1">
        <p:scale>
          <a:sx n="107" d="100"/>
          <a:sy n="107" d="100"/>
        </p:scale>
        <p:origin x="1280"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m Jonathan Anderssen" userId="8ebda020-6fa4-49f3-a387-53a193bbe15b" providerId="ADAL" clId="{BF4F0A47-7B27-539E-94B4-1D4CB986F577}"/>
    <pc:docChg chg="undo custSel addSld delSld modSld sldOrd">
      <pc:chgData name="Jim Jonathan Anderssen" userId="8ebda020-6fa4-49f3-a387-53a193bbe15b" providerId="ADAL" clId="{BF4F0A47-7B27-539E-94B4-1D4CB986F577}" dt="2026-02-06T09:03:07.877" v="14958" actId="20577"/>
      <pc:docMkLst>
        <pc:docMk/>
      </pc:docMkLst>
      <pc:sldChg chg="addSp delSp modSp mod setBg modNotesTx">
        <pc:chgData name="Jim Jonathan Anderssen" userId="8ebda020-6fa4-49f3-a387-53a193bbe15b" providerId="ADAL" clId="{BF4F0A47-7B27-539E-94B4-1D4CB986F577}" dt="2026-02-06T08:55:15.202" v="14835" actId="20577"/>
        <pc:sldMkLst>
          <pc:docMk/>
          <pc:sldMk cId="0" sldId="256"/>
        </pc:sldMkLst>
        <pc:spChg chg="mod">
          <ac:chgData name="Jim Jonathan Anderssen" userId="8ebda020-6fa4-49f3-a387-53a193bbe15b" providerId="ADAL" clId="{BF4F0A47-7B27-539E-94B4-1D4CB986F577}" dt="2026-02-06T08:50:43.006" v="14674" actId="255"/>
          <ac:spMkLst>
            <pc:docMk/>
            <pc:sldMk cId="0" sldId="256"/>
            <ac:spMk id="2" creationId="{00000000-0000-0000-0000-000000000000}"/>
          </ac:spMkLst>
        </pc:spChg>
        <pc:spChg chg="add del">
          <ac:chgData name="Jim Jonathan Anderssen" userId="8ebda020-6fa4-49f3-a387-53a193bbe15b" providerId="ADAL" clId="{BF4F0A47-7B27-539E-94B4-1D4CB986F577}" dt="2026-02-05T19:40:26.105" v="12425" actId="26606"/>
          <ac:spMkLst>
            <pc:docMk/>
            <pc:sldMk cId="0" sldId="256"/>
            <ac:spMk id="5" creationId="{464EC53C-35C4-4E84-AFE2-A7D081852617}"/>
          </ac:spMkLst>
        </pc:spChg>
        <pc:spChg chg="add del">
          <ac:chgData name="Jim Jonathan Anderssen" userId="8ebda020-6fa4-49f3-a387-53a193bbe15b" providerId="ADAL" clId="{BF4F0A47-7B27-539E-94B4-1D4CB986F577}" dt="2026-02-05T19:40:26.105" v="12425" actId="26606"/>
          <ac:spMkLst>
            <pc:docMk/>
            <pc:sldMk cId="0" sldId="256"/>
            <ac:spMk id="6" creationId="{9A3F5928-D955-456A-97B5-AA390B8CE9D5}"/>
          </ac:spMkLst>
        </pc:spChg>
        <pc:spChg chg="add del">
          <ac:chgData name="Jim Jonathan Anderssen" userId="8ebda020-6fa4-49f3-a387-53a193bbe15b" providerId="ADAL" clId="{BF4F0A47-7B27-539E-94B4-1D4CB986F577}" dt="2026-02-05T18:48:44.364" v="10359" actId="26606"/>
          <ac:spMkLst>
            <pc:docMk/>
            <pc:sldMk cId="0" sldId="256"/>
            <ac:spMk id="7" creationId="{8C790BE2-4E4F-4AAF-81A2-4A6F4885EBE6}"/>
          </ac:spMkLst>
        </pc:spChg>
        <pc:spChg chg="add del">
          <ac:chgData name="Jim Jonathan Anderssen" userId="8ebda020-6fa4-49f3-a387-53a193bbe15b" providerId="ADAL" clId="{BF4F0A47-7B27-539E-94B4-1D4CB986F577}" dt="2026-02-05T08:47:25.439" v="4219" actId="26606"/>
          <ac:spMkLst>
            <pc:docMk/>
            <pc:sldMk cId="0" sldId="256"/>
            <ac:spMk id="8" creationId="{464EC53C-35C4-4E84-AFE2-A7D081852617}"/>
          </ac:spMkLst>
        </pc:spChg>
        <pc:spChg chg="add del">
          <ac:chgData name="Jim Jonathan Anderssen" userId="8ebda020-6fa4-49f3-a387-53a193bbe15b" providerId="ADAL" clId="{BF4F0A47-7B27-539E-94B4-1D4CB986F577}" dt="2026-02-05T18:48:44.364" v="10359" actId="26606"/>
          <ac:spMkLst>
            <pc:docMk/>
            <pc:sldMk cId="0" sldId="256"/>
            <ac:spMk id="9" creationId="{D28B54C3-B57B-472A-B96E-1FCB67093DC2}"/>
          </ac:spMkLst>
        </pc:spChg>
        <pc:spChg chg="add del">
          <ac:chgData name="Jim Jonathan Anderssen" userId="8ebda020-6fa4-49f3-a387-53a193bbe15b" providerId="ADAL" clId="{BF4F0A47-7B27-539E-94B4-1D4CB986F577}" dt="2026-02-05T08:47:25.439" v="4219" actId="26606"/>
          <ac:spMkLst>
            <pc:docMk/>
            <pc:sldMk cId="0" sldId="256"/>
            <ac:spMk id="10" creationId="{9A3F5928-D955-456A-97B5-AA390B8CE9D5}"/>
          </ac:spMkLst>
        </pc:spChg>
        <pc:spChg chg="add del">
          <ac:chgData name="Jim Jonathan Anderssen" userId="8ebda020-6fa4-49f3-a387-53a193bbe15b" providerId="ADAL" clId="{BF4F0A47-7B27-539E-94B4-1D4CB986F577}" dt="2026-02-05T18:48:44.364" v="10359" actId="26606"/>
          <ac:spMkLst>
            <pc:docMk/>
            <pc:sldMk cId="0" sldId="256"/>
            <ac:spMk id="11" creationId="{7DB3C429-F8DA-49B9-AF84-21996FCF78B5}"/>
          </ac:spMkLst>
        </pc:spChg>
        <pc:spChg chg="add del">
          <ac:chgData name="Jim Jonathan Anderssen" userId="8ebda020-6fa4-49f3-a387-53a193bbe15b" providerId="ADAL" clId="{BF4F0A47-7B27-539E-94B4-1D4CB986F577}" dt="2026-02-05T18:48:44.364" v="10359" actId="26606"/>
          <ac:spMkLst>
            <pc:docMk/>
            <pc:sldMk cId="0" sldId="256"/>
            <ac:spMk id="13" creationId="{E12088DD-B1AD-40E0-8B86-1D87A2CCD9BE}"/>
          </ac:spMkLst>
        </pc:spChg>
        <pc:spChg chg="add del">
          <ac:chgData name="Jim Jonathan Anderssen" userId="8ebda020-6fa4-49f3-a387-53a193bbe15b" providerId="ADAL" clId="{BF4F0A47-7B27-539E-94B4-1D4CB986F577}" dt="2026-02-05T08:47:25.439" v="4219" actId="26606"/>
          <ac:spMkLst>
            <pc:docMk/>
            <pc:sldMk cId="0" sldId="256"/>
            <ac:spMk id="14" creationId="{C5CB530E-515E-412C-9DF1-5F8FFBD6F383}"/>
          </ac:spMkLst>
        </pc:spChg>
        <pc:spChg chg="add del">
          <ac:chgData name="Jim Jonathan Anderssen" userId="8ebda020-6fa4-49f3-a387-53a193bbe15b" providerId="ADAL" clId="{BF4F0A47-7B27-539E-94B4-1D4CB986F577}" dt="2026-02-05T18:48:44.364" v="10359" actId="26606"/>
          <ac:spMkLst>
            <pc:docMk/>
            <pc:sldMk cId="0" sldId="256"/>
            <ac:spMk id="15" creationId="{C4C9F2B0-1044-46EB-8AEB-C3BFFDE6C2CC}"/>
          </ac:spMkLst>
        </pc:spChg>
        <pc:spChg chg="add del">
          <ac:chgData name="Jim Jonathan Anderssen" userId="8ebda020-6fa4-49f3-a387-53a193bbe15b" providerId="ADAL" clId="{BF4F0A47-7B27-539E-94B4-1D4CB986F577}" dt="2026-02-05T08:47:25.439" v="4219" actId="26606"/>
          <ac:spMkLst>
            <pc:docMk/>
            <pc:sldMk cId="0" sldId="256"/>
            <ac:spMk id="16" creationId="{712D4376-A578-4FF1-94FC-245E7A6A489F}"/>
          </ac:spMkLst>
        </pc:spChg>
        <pc:spChg chg="add del">
          <ac:chgData name="Jim Jonathan Anderssen" userId="8ebda020-6fa4-49f3-a387-53a193bbe15b" providerId="ADAL" clId="{BF4F0A47-7B27-539E-94B4-1D4CB986F577}" dt="2026-02-05T18:48:44.364" v="10359" actId="26606"/>
          <ac:spMkLst>
            <pc:docMk/>
            <pc:sldMk cId="0" sldId="256"/>
            <ac:spMk id="17" creationId="{0C395952-4E26-45A2-8756-2ADFD6E53C6E}"/>
          </ac:spMkLst>
        </pc:spChg>
        <pc:spChg chg="add del">
          <ac:chgData name="Jim Jonathan Anderssen" userId="8ebda020-6fa4-49f3-a387-53a193bbe15b" providerId="ADAL" clId="{BF4F0A47-7B27-539E-94B4-1D4CB986F577}" dt="2026-02-05T08:47:25.439" v="4219" actId="26606"/>
          <ac:spMkLst>
            <pc:docMk/>
            <pc:sldMk cId="0" sldId="256"/>
            <ac:spMk id="18" creationId="{AEA7509D-F04F-40CB-A0B3-EEF16499CC9F}"/>
          </ac:spMkLst>
        </pc:spChg>
        <pc:spChg chg="add del">
          <ac:chgData name="Jim Jonathan Anderssen" userId="8ebda020-6fa4-49f3-a387-53a193bbe15b" providerId="ADAL" clId="{BF4F0A47-7B27-539E-94B4-1D4CB986F577}" dt="2026-02-05T18:48:44.364" v="10359" actId="26606"/>
          <ac:spMkLst>
            <pc:docMk/>
            <pc:sldMk cId="0" sldId="256"/>
            <ac:spMk id="19" creationId="{4734BADF-9461-4621-B112-2D7BABEA7DD0}"/>
          </ac:spMkLst>
        </pc:spChg>
        <pc:spChg chg="add del">
          <ac:chgData name="Jim Jonathan Anderssen" userId="8ebda020-6fa4-49f3-a387-53a193bbe15b" providerId="ADAL" clId="{BF4F0A47-7B27-539E-94B4-1D4CB986F577}" dt="2026-02-05T19:40:26.105" v="12425" actId="26606"/>
          <ac:spMkLst>
            <pc:docMk/>
            <pc:sldMk cId="0" sldId="256"/>
            <ac:spMk id="22" creationId="{C5CB530E-515E-412C-9DF1-5F8FFBD6F383}"/>
          </ac:spMkLst>
        </pc:spChg>
        <pc:spChg chg="add del">
          <ac:chgData name="Jim Jonathan Anderssen" userId="8ebda020-6fa4-49f3-a387-53a193bbe15b" providerId="ADAL" clId="{BF4F0A47-7B27-539E-94B4-1D4CB986F577}" dt="2026-02-05T19:40:26.105" v="12425" actId="26606"/>
          <ac:spMkLst>
            <pc:docMk/>
            <pc:sldMk cId="0" sldId="256"/>
            <ac:spMk id="23" creationId="{712D4376-A578-4FF1-94FC-245E7A6A489F}"/>
          </ac:spMkLst>
        </pc:spChg>
        <pc:spChg chg="add del">
          <ac:chgData name="Jim Jonathan Anderssen" userId="8ebda020-6fa4-49f3-a387-53a193bbe15b" providerId="ADAL" clId="{BF4F0A47-7B27-539E-94B4-1D4CB986F577}" dt="2026-02-05T19:40:26.105" v="12425" actId="26606"/>
          <ac:spMkLst>
            <pc:docMk/>
            <pc:sldMk cId="0" sldId="256"/>
            <ac:spMk id="24" creationId="{AEA7509D-F04F-40CB-A0B3-EEF16499CC9F}"/>
          </ac:spMkLst>
        </pc:spChg>
        <pc:spChg chg="add">
          <ac:chgData name="Jim Jonathan Anderssen" userId="8ebda020-6fa4-49f3-a387-53a193bbe15b" providerId="ADAL" clId="{BF4F0A47-7B27-539E-94B4-1D4CB986F577}" dt="2026-02-05T19:40:26.112" v="12426" actId="26606"/>
          <ac:spMkLst>
            <pc:docMk/>
            <pc:sldMk cId="0" sldId="256"/>
            <ac:spMk id="26" creationId="{9A3F5928-D955-456A-97B5-AA390B8CE9D5}"/>
          </ac:spMkLst>
        </pc:spChg>
        <pc:spChg chg="add">
          <ac:chgData name="Jim Jonathan Anderssen" userId="8ebda020-6fa4-49f3-a387-53a193bbe15b" providerId="ADAL" clId="{BF4F0A47-7B27-539E-94B4-1D4CB986F577}" dt="2026-02-05T19:40:26.112" v="12426" actId="26606"/>
          <ac:spMkLst>
            <pc:docMk/>
            <pc:sldMk cId="0" sldId="256"/>
            <ac:spMk id="28" creationId="{C5CB530E-515E-412C-9DF1-5F8FFBD6F383}"/>
          </ac:spMkLst>
        </pc:spChg>
        <pc:spChg chg="add">
          <ac:chgData name="Jim Jonathan Anderssen" userId="8ebda020-6fa4-49f3-a387-53a193bbe15b" providerId="ADAL" clId="{BF4F0A47-7B27-539E-94B4-1D4CB986F577}" dt="2026-02-05T19:40:26.112" v="12426" actId="26606"/>
          <ac:spMkLst>
            <pc:docMk/>
            <pc:sldMk cId="0" sldId="256"/>
            <ac:spMk id="29" creationId="{712D4376-A578-4FF1-94FC-245E7A6A489F}"/>
          </ac:spMkLst>
        </pc:spChg>
        <pc:spChg chg="add">
          <ac:chgData name="Jim Jonathan Anderssen" userId="8ebda020-6fa4-49f3-a387-53a193bbe15b" providerId="ADAL" clId="{BF4F0A47-7B27-539E-94B4-1D4CB986F577}" dt="2026-02-05T19:40:26.112" v="12426" actId="26606"/>
          <ac:spMkLst>
            <pc:docMk/>
            <pc:sldMk cId="0" sldId="256"/>
            <ac:spMk id="30" creationId="{AEA7509D-F04F-40CB-A0B3-EEF16499CC9F}"/>
          </ac:spMkLst>
        </pc:spChg>
        <pc:picChg chg="add del">
          <ac:chgData name="Jim Jonathan Anderssen" userId="8ebda020-6fa4-49f3-a387-53a193bbe15b" providerId="ADAL" clId="{BF4F0A47-7B27-539E-94B4-1D4CB986F577}" dt="2026-02-05T08:47:25.439" v="4219" actId="26606"/>
          <ac:picMkLst>
            <pc:docMk/>
            <pc:sldMk cId="0" sldId="256"/>
            <ac:picMk id="4" creationId="{B0113DAC-8AFD-3494-4E94-83813C56F1A8}"/>
          </ac:picMkLst>
        </pc:picChg>
        <pc:picChg chg="add del">
          <ac:chgData name="Jim Jonathan Anderssen" userId="8ebda020-6fa4-49f3-a387-53a193bbe15b" providerId="ADAL" clId="{BF4F0A47-7B27-539E-94B4-1D4CB986F577}" dt="2026-02-05T19:40:26.105" v="12425" actId="26606"/>
          <ac:picMkLst>
            <pc:docMk/>
            <pc:sldMk cId="0" sldId="256"/>
            <ac:picMk id="20" creationId="{771F7CF1-9131-60DC-19AA-1757E8695103}"/>
          </ac:picMkLst>
        </pc:picChg>
        <pc:cxnChg chg="add del">
          <ac:chgData name="Jim Jonathan Anderssen" userId="8ebda020-6fa4-49f3-a387-53a193bbe15b" providerId="ADAL" clId="{BF4F0A47-7B27-539E-94B4-1D4CB986F577}" dt="2026-02-05T08:47:25.439" v="4219" actId="26606"/>
          <ac:cxnSpMkLst>
            <pc:docMk/>
            <pc:sldMk cId="0" sldId="256"/>
            <ac:cxnSpMk id="12" creationId="{56020367-4FD5-4596-8E10-C5F095CD8DBF}"/>
          </ac:cxnSpMkLst>
        </pc:cxnChg>
        <pc:cxnChg chg="add del">
          <ac:chgData name="Jim Jonathan Anderssen" userId="8ebda020-6fa4-49f3-a387-53a193bbe15b" providerId="ADAL" clId="{BF4F0A47-7B27-539E-94B4-1D4CB986F577}" dt="2026-02-05T19:40:26.105" v="12425" actId="26606"/>
          <ac:cxnSpMkLst>
            <pc:docMk/>
            <pc:sldMk cId="0" sldId="256"/>
            <ac:cxnSpMk id="21" creationId="{56020367-4FD5-4596-8E10-C5F095CD8DBF}"/>
          </ac:cxnSpMkLst>
        </pc:cxnChg>
        <pc:cxnChg chg="add">
          <ac:chgData name="Jim Jonathan Anderssen" userId="8ebda020-6fa4-49f3-a387-53a193bbe15b" providerId="ADAL" clId="{BF4F0A47-7B27-539E-94B4-1D4CB986F577}" dt="2026-02-05T19:40:26.112" v="12426" actId="26606"/>
          <ac:cxnSpMkLst>
            <pc:docMk/>
            <pc:sldMk cId="0" sldId="256"/>
            <ac:cxnSpMk id="27" creationId="{56020367-4FD5-4596-8E10-C5F095CD8DBF}"/>
          </ac:cxnSpMkLst>
        </pc:cxnChg>
      </pc:sldChg>
      <pc:sldChg chg="addSp delSp modSp mod setBg addAnim delAnim modAnim setClrOvrMap modNotesTx">
        <pc:chgData name="Jim Jonathan Anderssen" userId="8ebda020-6fa4-49f3-a387-53a193bbe15b" providerId="ADAL" clId="{BF4F0A47-7B27-539E-94B4-1D4CB986F577}" dt="2026-02-06T09:03:07.877" v="14958" actId="20577"/>
        <pc:sldMkLst>
          <pc:docMk/>
          <pc:sldMk cId="0" sldId="257"/>
        </pc:sldMkLst>
        <pc:spChg chg="mod">
          <ac:chgData name="Jim Jonathan Anderssen" userId="8ebda020-6fa4-49f3-a387-53a193bbe15b" providerId="ADAL" clId="{BF4F0A47-7B27-539E-94B4-1D4CB986F577}" dt="2026-02-06T07:17:05.138" v="13030" actId="26606"/>
          <ac:spMkLst>
            <pc:docMk/>
            <pc:sldMk cId="0" sldId="257"/>
            <ac:spMk id="2" creationId="{00000000-0000-0000-0000-000000000000}"/>
          </ac:spMkLst>
        </pc:spChg>
        <pc:spChg chg="mod">
          <ac:chgData name="Jim Jonathan Anderssen" userId="8ebda020-6fa4-49f3-a387-53a193bbe15b" providerId="ADAL" clId="{BF4F0A47-7B27-539E-94B4-1D4CB986F577}" dt="2026-02-06T08:58:29.992" v="14953" actId="255"/>
          <ac:spMkLst>
            <pc:docMk/>
            <pc:sldMk cId="0" sldId="257"/>
            <ac:spMk id="3" creationId="{00000000-0000-0000-0000-000000000000}"/>
          </ac:spMkLst>
        </pc:spChg>
        <pc:spChg chg="add mod">
          <ac:chgData name="Jim Jonathan Anderssen" userId="8ebda020-6fa4-49f3-a387-53a193bbe15b" providerId="ADAL" clId="{BF4F0A47-7B27-539E-94B4-1D4CB986F577}" dt="2026-02-06T08:58:10.194" v="14951" actId="552"/>
          <ac:spMkLst>
            <pc:docMk/>
            <pc:sldMk cId="0" sldId="257"/>
            <ac:spMk id="4" creationId="{1FB414A6-0209-23F7-EF6B-D424492012E2}"/>
          </ac:spMkLst>
        </pc:spChg>
        <pc:spChg chg="add mod">
          <ac:chgData name="Jim Jonathan Anderssen" userId="8ebda020-6fa4-49f3-a387-53a193bbe15b" providerId="ADAL" clId="{BF4F0A47-7B27-539E-94B4-1D4CB986F577}" dt="2026-02-06T08:58:10.194" v="14951" actId="552"/>
          <ac:spMkLst>
            <pc:docMk/>
            <pc:sldMk cId="0" sldId="257"/>
            <ac:spMk id="5" creationId="{38F9A26D-F0AF-C12E-6CF0-52498480366B}"/>
          </ac:spMkLst>
        </pc:spChg>
        <pc:spChg chg="add del">
          <ac:chgData name="Jim Jonathan Anderssen" userId="8ebda020-6fa4-49f3-a387-53a193bbe15b" providerId="ADAL" clId="{BF4F0A47-7B27-539E-94B4-1D4CB986F577}" dt="2026-02-06T07:17:05.138" v="13030" actId="26606"/>
          <ac:spMkLst>
            <pc:docMk/>
            <pc:sldMk cId="0" sldId="257"/>
            <ac:spMk id="9" creationId="{428D436F-9ACD-4C92-AFC8-C934C527A6A4}"/>
          </ac:spMkLst>
        </pc:spChg>
        <pc:spChg chg="add del">
          <ac:chgData name="Jim Jonathan Anderssen" userId="8ebda020-6fa4-49f3-a387-53a193bbe15b" providerId="ADAL" clId="{BF4F0A47-7B27-539E-94B4-1D4CB986F577}" dt="2026-02-06T07:17:05.138" v="13030" actId="26606"/>
          <ac:spMkLst>
            <pc:docMk/>
            <pc:sldMk cId="0" sldId="257"/>
            <ac:spMk id="11" creationId="{090538E0-A884-4E60-A6AB-77D830E2FCED}"/>
          </ac:spMkLst>
        </pc:spChg>
        <pc:spChg chg="add del">
          <ac:chgData name="Jim Jonathan Anderssen" userId="8ebda020-6fa4-49f3-a387-53a193bbe15b" providerId="ADAL" clId="{BF4F0A47-7B27-539E-94B4-1D4CB986F577}" dt="2026-02-06T07:17:05.138" v="13030" actId="26606"/>
          <ac:spMkLst>
            <pc:docMk/>
            <pc:sldMk cId="0" sldId="257"/>
            <ac:spMk id="13" creationId="{DB0D7DD0-1C67-4D4C-9E06-678233DB8468}"/>
          </ac:spMkLst>
        </pc:spChg>
        <pc:spChg chg="add del">
          <ac:chgData name="Jim Jonathan Anderssen" userId="8ebda020-6fa4-49f3-a387-53a193bbe15b" providerId="ADAL" clId="{BF4F0A47-7B27-539E-94B4-1D4CB986F577}" dt="2026-02-06T07:17:05.128" v="13029" actId="26606"/>
          <ac:spMkLst>
            <pc:docMk/>
            <pc:sldMk cId="0" sldId="257"/>
            <ac:spMk id="18" creationId="{2A6B319F-86FE-4754-878E-06F0804D882B}"/>
          </ac:spMkLst>
        </pc:spChg>
        <pc:spChg chg="add del">
          <ac:chgData name="Jim Jonathan Anderssen" userId="8ebda020-6fa4-49f3-a387-53a193bbe15b" providerId="ADAL" clId="{BF4F0A47-7B27-539E-94B4-1D4CB986F577}" dt="2026-02-06T07:17:05.128" v="13029" actId="26606"/>
          <ac:spMkLst>
            <pc:docMk/>
            <pc:sldMk cId="0" sldId="257"/>
            <ac:spMk id="20" creationId="{DCF7D1B5-3477-499F-ACC5-2C8B07F4EDB3}"/>
          </ac:spMkLst>
        </pc:spChg>
        <pc:spChg chg="add">
          <ac:chgData name="Jim Jonathan Anderssen" userId="8ebda020-6fa4-49f3-a387-53a193bbe15b" providerId="ADAL" clId="{BF4F0A47-7B27-539E-94B4-1D4CB986F577}" dt="2026-02-06T07:17:05.138" v="13030" actId="26606"/>
          <ac:spMkLst>
            <pc:docMk/>
            <pc:sldMk cId="0" sldId="257"/>
            <ac:spMk id="22" creationId="{10F24D38-B79E-44B4-830E-043F45D96DC2}"/>
          </ac:spMkLst>
        </pc:spChg>
        <pc:cxnChg chg="add">
          <ac:chgData name="Jim Jonathan Anderssen" userId="8ebda020-6fa4-49f3-a387-53a193bbe15b" providerId="ADAL" clId="{BF4F0A47-7B27-539E-94B4-1D4CB986F577}" dt="2026-02-06T07:17:05.138" v="13030" actId="26606"/>
          <ac:cxnSpMkLst>
            <pc:docMk/>
            <pc:sldMk cId="0" sldId="257"/>
            <ac:cxnSpMk id="23" creationId="{FC469874-256B-45B3-A79C-7591B4BA1ECC}"/>
          </ac:cxnSpMkLst>
        </pc:cxnChg>
      </pc:sldChg>
      <pc:sldChg chg="addSp delSp modSp mod setBg modAnim modNotesTx">
        <pc:chgData name="Jim Jonathan Anderssen" userId="8ebda020-6fa4-49f3-a387-53a193bbe15b" providerId="ADAL" clId="{BF4F0A47-7B27-539E-94B4-1D4CB986F577}" dt="2026-02-06T07:37:31.241" v="13706" actId="20577"/>
        <pc:sldMkLst>
          <pc:docMk/>
          <pc:sldMk cId="0" sldId="258"/>
        </pc:sldMkLst>
        <pc:spChg chg="mod">
          <ac:chgData name="Jim Jonathan Anderssen" userId="8ebda020-6fa4-49f3-a387-53a193bbe15b" providerId="ADAL" clId="{BF4F0A47-7B27-539E-94B4-1D4CB986F577}" dt="2026-02-05T19:47:33.261" v="12512" actId="26606"/>
          <ac:spMkLst>
            <pc:docMk/>
            <pc:sldMk cId="0" sldId="258"/>
            <ac:spMk id="2" creationId="{00000000-0000-0000-0000-000000000000}"/>
          </ac:spMkLst>
        </pc:spChg>
        <pc:spChg chg="del mod">
          <ac:chgData name="Jim Jonathan Anderssen" userId="8ebda020-6fa4-49f3-a387-53a193bbe15b" providerId="ADAL" clId="{BF4F0A47-7B27-539E-94B4-1D4CB986F577}" dt="2026-02-05T19:47:07.751" v="12508" actId="478"/>
          <ac:spMkLst>
            <pc:docMk/>
            <pc:sldMk cId="0" sldId="258"/>
            <ac:spMk id="3" creationId="{00000000-0000-0000-0000-000000000000}"/>
          </ac:spMkLst>
        </pc:spChg>
        <pc:spChg chg="mod topLvl">
          <ac:chgData name="Jim Jonathan Anderssen" userId="8ebda020-6fa4-49f3-a387-53a193bbe15b" providerId="ADAL" clId="{BF4F0A47-7B27-539E-94B4-1D4CB986F577}" dt="2026-02-05T19:51:46.888" v="12547" actId="408"/>
          <ac:spMkLst>
            <pc:docMk/>
            <pc:sldMk cId="0" sldId="258"/>
            <ac:spMk id="5" creationId="{ED1D53AC-8886-56A5-0ABF-34C824285B84}"/>
          </ac:spMkLst>
        </pc:spChg>
        <pc:spChg chg="mod topLvl">
          <ac:chgData name="Jim Jonathan Anderssen" userId="8ebda020-6fa4-49f3-a387-53a193bbe15b" providerId="ADAL" clId="{BF4F0A47-7B27-539E-94B4-1D4CB986F577}" dt="2026-02-05T19:51:46.888" v="12547" actId="408"/>
          <ac:spMkLst>
            <pc:docMk/>
            <pc:sldMk cId="0" sldId="258"/>
            <ac:spMk id="8" creationId="{46633FB3-2935-97A4-137A-5C218AAF980F}"/>
          </ac:spMkLst>
        </pc:spChg>
        <pc:spChg chg="mod topLvl">
          <ac:chgData name="Jim Jonathan Anderssen" userId="8ebda020-6fa4-49f3-a387-53a193bbe15b" providerId="ADAL" clId="{BF4F0A47-7B27-539E-94B4-1D4CB986F577}" dt="2026-02-06T07:34:35.571" v="13649" actId="20577"/>
          <ac:spMkLst>
            <pc:docMk/>
            <pc:sldMk cId="0" sldId="258"/>
            <ac:spMk id="9" creationId="{99B36518-4AD0-4B9E-BC28-628004875323}"/>
          </ac:spMkLst>
        </pc:spChg>
        <pc:spChg chg="mod topLvl">
          <ac:chgData name="Jim Jonathan Anderssen" userId="8ebda020-6fa4-49f3-a387-53a193bbe15b" providerId="ADAL" clId="{BF4F0A47-7B27-539E-94B4-1D4CB986F577}" dt="2026-02-05T19:52:10.553" v="12555" actId="408"/>
          <ac:spMkLst>
            <pc:docMk/>
            <pc:sldMk cId="0" sldId="258"/>
            <ac:spMk id="11" creationId="{59F57269-2BBF-CFE5-0150-E142E12867AB}"/>
          </ac:spMkLst>
        </pc:spChg>
        <pc:spChg chg="mod topLvl">
          <ac:chgData name="Jim Jonathan Anderssen" userId="8ebda020-6fa4-49f3-a387-53a193bbe15b" providerId="ADAL" clId="{BF4F0A47-7B27-539E-94B4-1D4CB986F577}" dt="2026-02-05T19:52:10.553" v="12555" actId="408"/>
          <ac:spMkLst>
            <pc:docMk/>
            <pc:sldMk cId="0" sldId="258"/>
            <ac:spMk id="12" creationId="{4752B31C-75BF-C0B3-AD9E-A69B6304B1E6}"/>
          </ac:spMkLst>
        </pc:spChg>
        <pc:spChg chg="mod topLvl">
          <ac:chgData name="Jim Jonathan Anderssen" userId="8ebda020-6fa4-49f3-a387-53a193bbe15b" providerId="ADAL" clId="{BF4F0A47-7B27-539E-94B4-1D4CB986F577}" dt="2026-02-05T19:52:10.553" v="12555" actId="408"/>
          <ac:spMkLst>
            <pc:docMk/>
            <pc:sldMk cId="0" sldId="258"/>
            <ac:spMk id="13" creationId="{C01EEFE8-1D4F-44F3-8B07-61789C6F3C5E}"/>
          </ac:spMkLst>
        </pc:spChg>
        <pc:spChg chg="mod topLvl">
          <ac:chgData name="Jim Jonathan Anderssen" userId="8ebda020-6fa4-49f3-a387-53a193bbe15b" providerId="ADAL" clId="{BF4F0A47-7B27-539E-94B4-1D4CB986F577}" dt="2026-02-05T19:51:40.274" v="12545" actId="465"/>
          <ac:spMkLst>
            <pc:docMk/>
            <pc:sldMk cId="0" sldId="258"/>
            <ac:spMk id="15" creationId="{791CF3F0-9916-24B0-BCEC-C7EDB273EBEB}"/>
          </ac:spMkLst>
        </pc:spChg>
        <pc:spChg chg="mod topLvl">
          <ac:chgData name="Jim Jonathan Anderssen" userId="8ebda020-6fa4-49f3-a387-53a193bbe15b" providerId="ADAL" clId="{BF4F0A47-7B27-539E-94B4-1D4CB986F577}" dt="2026-02-05T19:51:40.274" v="12545" actId="465"/>
          <ac:spMkLst>
            <pc:docMk/>
            <pc:sldMk cId="0" sldId="258"/>
            <ac:spMk id="16" creationId="{418AA585-2380-5B7C-74A9-301CC2E6A998}"/>
          </ac:spMkLst>
        </pc:spChg>
        <pc:spChg chg="mod topLvl">
          <ac:chgData name="Jim Jonathan Anderssen" userId="8ebda020-6fa4-49f3-a387-53a193bbe15b" providerId="ADAL" clId="{BF4F0A47-7B27-539E-94B4-1D4CB986F577}" dt="2026-02-06T07:36:10.670" v="13653" actId="20577"/>
          <ac:spMkLst>
            <pc:docMk/>
            <pc:sldMk cId="0" sldId="258"/>
            <ac:spMk id="17" creationId="{25DA7B13-80F4-D70B-07AF-9A584FD132CA}"/>
          </ac:spMkLst>
        </pc:spChg>
        <pc:spChg chg="add del mod ord">
          <ac:chgData name="Jim Jonathan Anderssen" userId="8ebda020-6fa4-49f3-a387-53a193bbe15b" providerId="ADAL" clId="{BF4F0A47-7B27-539E-94B4-1D4CB986F577}" dt="2026-02-05T19:47:29.450" v="12510" actId="478"/>
          <ac:spMkLst>
            <pc:docMk/>
            <pc:sldMk cId="0" sldId="258"/>
            <ac:spMk id="24" creationId="{05C22641-ABDA-FA8E-5185-C66EA476D478}"/>
          </ac:spMkLst>
        </pc:spChg>
        <pc:spChg chg="add del">
          <ac:chgData name="Jim Jonathan Anderssen" userId="8ebda020-6fa4-49f3-a387-53a193bbe15b" providerId="ADAL" clId="{BF4F0A47-7B27-539E-94B4-1D4CB986F577}" dt="2026-02-05T19:47:33.261" v="12512" actId="26606"/>
          <ac:spMkLst>
            <pc:docMk/>
            <pc:sldMk cId="0" sldId="258"/>
            <ac:spMk id="29" creationId="{D7A453D2-15D8-4403-815F-291FA16340D9}"/>
          </ac:spMkLst>
        </pc:spChg>
        <pc:spChg chg="add del">
          <ac:chgData name="Jim Jonathan Anderssen" userId="8ebda020-6fa4-49f3-a387-53a193bbe15b" providerId="ADAL" clId="{BF4F0A47-7B27-539E-94B4-1D4CB986F577}" dt="2026-02-05T19:47:33.261" v="12512" actId="26606"/>
          <ac:spMkLst>
            <pc:docMk/>
            <pc:sldMk cId="0" sldId="258"/>
            <ac:spMk id="31" creationId="{8161EA6B-09CA-445B-AB0D-8DF76FA92DEF}"/>
          </ac:spMkLst>
        </pc:spChg>
        <pc:spChg chg="add del">
          <ac:chgData name="Jim Jonathan Anderssen" userId="8ebda020-6fa4-49f3-a387-53a193bbe15b" providerId="ADAL" clId="{BF4F0A47-7B27-539E-94B4-1D4CB986F577}" dt="2026-02-05T19:47:33.261" v="12512" actId="26606"/>
          <ac:spMkLst>
            <pc:docMk/>
            <pc:sldMk cId="0" sldId="258"/>
            <ac:spMk id="47" creationId="{B8114C98-A349-4111-A123-E8EAB86ABE30}"/>
          </ac:spMkLst>
        </pc:spChg>
        <pc:spChg chg="add del">
          <ac:chgData name="Jim Jonathan Anderssen" userId="8ebda020-6fa4-49f3-a387-53a193bbe15b" providerId="ADAL" clId="{BF4F0A47-7B27-539E-94B4-1D4CB986F577}" dt="2026-02-05T19:47:33.261" v="12512" actId="26606"/>
          <ac:spMkLst>
            <pc:docMk/>
            <pc:sldMk cId="0" sldId="258"/>
            <ac:spMk id="55" creationId="{E2D3D3F2-ABBB-4453-B1C5-1BEBF7E4DD56}"/>
          </ac:spMkLst>
        </pc:spChg>
        <pc:spChg chg="add">
          <ac:chgData name="Jim Jonathan Anderssen" userId="8ebda020-6fa4-49f3-a387-53a193bbe15b" providerId="ADAL" clId="{BF4F0A47-7B27-539E-94B4-1D4CB986F577}" dt="2026-02-05T19:47:33.261" v="12512" actId="26606"/>
          <ac:spMkLst>
            <pc:docMk/>
            <pc:sldMk cId="0" sldId="258"/>
            <ac:spMk id="66" creationId="{EDC07B27-4E3C-4BCF-ABDB-6AA72857C058}"/>
          </ac:spMkLst>
        </pc:spChg>
        <pc:spChg chg="add">
          <ac:chgData name="Jim Jonathan Anderssen" userId="8ebda020-6fa4-49f3-a387-53a193bbe15b" providerId="ADAL" clId="{BF4F0A47-7B27-539E-94B4-1D4CB986F577}" dt="2026-02-05T19:47:33.261" v="12512" actId="26606"/>
          <ac:spMkLst>
            <pc:docMk/>
            <pc:sldMk cId="0" sldId="258"/>
            <ac:spMk id="68" creationId="{83D11BE6-2A04-4DBB-842D-88602B5EC728}"/>
          </ac:spMkLst>
        </pc:spChg>
        <pc:spChg chg="add">
          <ac:chgData name="Jim Jonathan Anderssen" userId="8ebda020-6fa4-49f3-a387-53a193bbe15b" providerId="ADAL" clId="{BF4F0A47-7B27-539E-94B4-1D4CB986F577}" dt="2026-02-05T19:47:33.261" v="12512" actId="26606"/>
          <ac:spMkLst>
            <pc:docMk/>
            <pc:sldMk cId="0" sldId="258"/>
            <ac:spMk id="70" creationId="{2A05E02A-9AA9-45EC-B87B-B46F043F3F97}"/>
          </ac:spMkLst>
        </pc:spChg>
        <pc:spChg chg="add">
          <ac:chgData name="Jim Jonathan Anderssen" userId="8ebda020-6fa4-49f3-a387-53a193bbe15b" providerId="ADAL" clId="{BF4F0A47-7B27-539E-94B4-1D4CB986F577}" dt="2026-02-05T19:47:33.261" v="12512" actId="26606"/>
          <ac:spMkLst>
            <pc:docMk/>
            <pc:sldMk cId="0" sldId="258"/>
            <ac:spMk id="72" creationId="{0E91EDBA-E8E0-4575-8147-B700345215CE}"/>
          </ac:spMkLst>
        </pc:spChg>
        <pc:spChg chg="add">
          <ac:chgData name="Jim Jonathan Anderssen" userId="8ebda020-6fa4-49f3-a387-53a193bbe15b" providerId="ADAL" clId="{BF4F0A47-7B27-539E-94B4-1D4CB986F577}" dt="2026-02-05T19:47:33.261" v="12512" actId="26606"/>
          <ac:spMkLst>
            <pc:docMk/>
            <pc:sldMk cId="0" sldId="258"/>
            <ac:spMk id="74" creationId="{DFEE4473-A122-4E96-8C31-B4C5AAA274FD}"/>
          </ac:spMkLst>
        </pc:spChg>
        <pc:grpChg chg="add mod">
          <ac:chgData name="Jim Jonathan Anderssen" userId="8ebda020-6fa4-49f3-a387-53a193bbe15b" providerId="ADAL" clId="{BF4F0A47-7B27-539E-94B4-1D4CB986F577}" dt="2026-02-05T18:30:09.526" v="9704"/>
          <ac:grpSpMkLst>
            <pc:docMk/>
            <pc:sldMk cId="0" sldId="258"/>
            <ac:grpSpMk id="4" creationId="{6028A2F7-63BA-4E73-4D2C-D5E855616CC7}"/>
          </ac:grpSpMkLst>
        </pc:grpChg>
        <pc:grpChg chg="del mod">
          <ac:chgData name="Jim Jonathan Anderssen" userId="8ebda020-6fa4-49f3-a387-53a193bbe15b" providerId="ADAL" clId="{BF4F0A47-7B27-539E-94B4-1D4CB986F577}" dt="2026-02-05T18:36:55.662" v="10310" actId="165"/>
          <ac:grpSpMkLst>
            <pc:docMk/>
            <pc:sldMk cId="0" sldId="258"/>
            <ac:grpSpMk id="10" creationId="{81746F5A-34A2-17F6-50BE-46426A8B457C}"/>
          </ac:grpSpMkLst>
        </pc:grpChg>
        <pc:grpChg chg="mod">
          <ac:chgData name="Jim Jonathan Anderssen" userId="8ebda020-6fa4-49f3-a387-53a193bbe15b" providerId="ADAL" clId="{BF4F0A47-7B27-539E-94B4-1D4CB986F577}" dt="2026-02-05T18:29:54.794" v="9699" actId="1076"/>
          <ac:grpSpMkLst>
            <pc:docMk/>
            <pc:sldMk cId="0" sldId="258"/>
            <ac:grpSpMk id="14" creationId="{45945F3D-FE1E-9E09-4A93-C809CF7CF674}"/>
          </ac:grpSpMkLst>
        </pc:grpChg>
        <pc:grpChg chg="add mod">
          <ac:chgData name="Jim Jonathan Anderssen" userId="8ebda020-6fa4-49f3-a387-53a193bbe15b" providerId="ADAL" clId="{BF4F0A47-7B27-539E-94B4-1D4CB986F577}" dt="2026-02-05T19:48:54.651" v="12522" actId="14100"/>
          <ac:grpSpMkLst>
            <pc:docMk/>
            <pc:sldMk cId="0" sldId="258"/>
            <ac:grpSpMk id="18" creationId="{493EE698-D534-841D-8B12-D09485FA6494}"/>
          </ac:grpSpMkLst>
        </pc:grpChg>
        <pc:grpChg chg="add mod">
          <ac:chgData name="Jim Jonathan Anderssen" userId="8ebda020-6fa4-49f3-a387-53a193bbe15b" providerId="ADAL" clId="{BF4F0A47-7B27-539E-94B4-1D4CB986F577}" dt="2026-02-05T19:52:10.553" v="12555" actId="408"/>
          <ac:grpSpMkLst>
            <pc:docMk/>
            <pc:sldMk cId="0" sldId="258"/>
            <ac:grpSpMk id="19" creationId="{8AA10A1C-99FA-C157-3068-B5F0D74D0D60}"/>
          </ac:grpSpMkLst>
        </pc:grpChg>
        <pc:grpChg chg="add mod">
          <ac:chgData name="Jim Jonathan Anderssen" userId="8ebda020-6fa4-49f3-a387-53a193bbe15b" providerId="ADAL" clId="{BF4F0A47-7B27-539E-94B4-1D4CB986F577}" dt="2026-02-05T19:51:40.274" v="12545" actId="465"/>
          <ac:grpSpMkLst>
            <pc:docMk/>
            <pc:sldMk cId="0" sldId="258"/>
            <ac:grpSpMk id="20" creationId="{59B880B6-6E30-B251-571F-E4C3508523C8}"/>
          </ac:grpSpMkLst>
        </pc:grpChg>
        <pc:grpChg chg="add del mod">
          <ac:chgData name="Jim Jonathan Anderssen" userId="8ebda020-6fa4-49f3-a387-53a193bbe15b" providerId="ADAL" clId="{BF4F0A47-7B27-539E-94B4-1D4CB986F577}" dt="2026-02-05T19:49:00.053" v="12524" actId="165"/>
          <ac:grpSpMkLst>
            <pc:docMk/>
            <pc:sldMk cId="0" sldId="258"/>
            <ac:grpSpMk id="21" creationId="{7511611B-6937-880F-1934-11801034216D}"/>
          </ac:grpSpMkLst>
        </pc:grpChg>
        <pc:grpChg chg="add mod">
          <ac:chgData name="Jim Jonathan Anderssen" userId="8ebda020-6fa4-49f3-a387-53a193bbe15b" providerId="ADAL" clId="{BF4F0A47-7B27-539E-94B4-1D4CB986F577}" dt="2026-02-05T19:48:55.333" v="12523" actId="14100"/>
          <ac:grpSpMkLst>
            <pc:docMk/>
            <pc:sldMk cId="0" sldId="258"/>
            <ac:grpSpMk id="22" creationId="{109F483C-07DF-7D41-4627-A483DEDCC88C}"/>
          </ac:grpSpMkLst>
        </pc:grpChg>
        <pc:grpChg chg="add mod">
          <ac:chgData name="Jim Jonathan Anderssen" userId="8ebda020-6fa4-49f3-a387-53a193bbe15b" providerId="ADAL" clId="{BF4F0A47-7B27-539E-94B4-1D4CB986F577}" dt="2026-02-05T19:52:10.553" v="12555" actId="408"/>
          <ac:grpSpMkLst>
            <pc:docMk/>
            <pc:sldMk cId="0" sldId="258"/>
            <ac:grpSpMk id="25" creationId="{026F4C37-0B65-8805-D539-1BE6990C97FA}"/>
          </ac:grpSpMkLst>
        </pc:grpChg>
        <pc:grpChg chg="add mod">
          <ac:chgData name="Jim Jonathan Anderssen" userId="8ebda020-6fa4-49f3-a387-53a193bbe15b" providerId="ADAL" clId="{BF4F0A47-7B27-539E-94B4-1D4CB986F577}" dt="2026-02-05T19:52:10.553" v="12555" actId="408"/>
          <ac:grpSpMkLst>
            <pc:docMk/>
            <pc:sldMk cId="0" sldId="258"/>
            <ac:grpSpMk id="26" creationId="{8F223301-C809-144C-A58C-8E2EEF75A74D}"/>
          </ac:grpSpMkLst>
        </pc:grpChg>
        <pc:grpChg chg="add mod">
          <ac:chgData name="Jim Jonathan Anderssen" userId="8ebda020-6fa4-49f3-a387-53a193bbe15b" providerId="ADAL" clId="{BF4F0A47-7B27-539E-94B4-1D4CB986F577}" dt="2026-02-05T19:52:10.553" v="12555" actId="408"/>
          <ac:grpSpMkLst>
            <pc:docMk/>
            <pc:sldMk cId="0" sldId="258"/>
            <ac:grpSpMk id="27" creationId="{E7A0E522-6F05-0D1B-5CEC-B58A8B31C898}"/>
          </ac:grpSpMkLst>
        </pc:grpChg>
        <pc:grpChg chg="add">
          <ac:chgData name="Jim Jonathan Anderssen" userId="8ebda020-6fa4-49f3-a387-53a193bbe15b" providerId="ADAL" clId="{BF4F0A47-7B27-539E-94B4-1D4CB986F577}" dt="2026-02-05T19:47:19.731" v="12509" actId="26606"/>
          <ac:grpSpMkLst>
            <pc:docMk/>
            <pc:sldMk cId="0" sldId="258"/>
            <ac:grpSpMk id="41" creationId="{975C268C-D419-4123-9FAD-0E2B7F9EE795}"/>
          </ac:grpSpMkLst>
        </pc:grpChg>
        <pc:grpChg chg="add">
          <ac:chgData name="Jim Jonathan Anderssen" userId="8ebda020-6fa4-49f3-a387-53a193bbe15b" providerId="ADAL" clId="{BF4F0A47-7B27-539E-94B4-1D4CB986F577}" dt="2026-02-05T19:47:19.731" v="12509" actId="26606"/>
          <ac:grpSpMkLst>
            <pc:docMk/>
            <pc:sldMk cId="0" sldId="258"/>
            <ac:grpSpMk id="57" creationId="{8214E4A5-A0D2-42C4-8D14-D2A7E495F041}"/>
          </ac:grpSpMkLst>
        </pc:grpChg>
      </pc:sldChg>
      <pc:sldChg chg="addSp modSp mod">
        <pc:chgData name="Jim Jonathan Anderssen" userId="8ebda020-6fa4-49f3-a387-53a193bbe15b" providerId="ADAL" clId="{BF4F0A47-7B27-539E-94B4-1D4CB986F577}" dt="2026-02-05T10:31:18.144" v="7484" actId="21"/>
        <pc:sldMkLst>
          <pc:docMk/>
          <pc:sldMk cId="0" sldId="259"/>
        </pc:sldMkLst>
        <pc:spChg chg="mod">
          <ac:chgData name="Jim Jonathan Anderssen" userId="8ebda020-6fa4-49f3-a387-53a193bbe15b" providerId="ADAL" clId="{BF4F0A47-7B27-539E-94B4-1D4CB986F577}" dt="2026-02-05T08:47:37.893" v="4224"/>
          <ac:spMkLst>
            <pc:docMk/>
            <pc:sldMk cId="0" sldId="259"/>
            <ac:spMk id="2" creationId="{00000000-0000-0000-0000-000000000000}"/>
          </ac:spMkLst>
        </pc:spChg>
        <pc:spChg chg="mod">
          <ac:chgData name="Jim Jonathan Anderssen" userId="8ebda020-6fa4-49f3-a387-53a193bbe15b" providerId="ADAL" clId="{BF4F0A47-7B27-539E-94B4-1D4CB986F577}" dt="2026-02-05T10:31:18.144" v="7484" actId="21"/>
          <ac:spMkLst>
            <pc:docMk/>
            <pc:sldMk cId="0" sldId="259"/>
            <ac:spMk id="3" creationId="{00000000-0000-0000-0000-000000000000}"/>
          </ac:spMkLst>
        </pc:spChg>
        <pc:spChg chg="add mod">
          <ac:chgData name="Jim Jonathan Anderssen" userId="8ebda020-6fa4-49f3-a387-53a193bbe15b" providerId="ADAL" clId="{BF4F0A47-7B27-539E-94B4-1D4CB986F577}" dt="2026-02-05T10:24:27.280" v="7126" actId="1076"/>
          <ac:spMkLst>
            <pc:docMk/>
            <pc:sldMk cId="0" sldId="259"/>
            <ac:spMk id="6" creationId="{A7F9F9B1-D402-829B-B96A-C5FDEEEC2094}"/>
          </ac:spMkLst>
        </pc:spChg>
        <pc:spChg chg="add mod">
          <ac:chgData name="Jim Jonathan Anderssen" userId="8ebda020-6fa4-49f3-a387-53a193bbe15b" providerId="ADAL" clId="{BF4F0A47-7B27-539E-94B4-1D4CB986F577}" dt="2026-02-05T10:24:46.713" v="7145" actId="20577"/>
          <ac:spMkLst>
            <pc:docMk/>
            <pc:sldMk cId="0" sldId="259"/>
            <ac:spMk id="7" creationId="{75C28606-4E90-622A-6936-F725EE92E293}"/>
          </ac:spMkLst>
        </pc:spChg>
        <pc:picChg chg="add mod">
          <ac:chgData name="Jim Jonathan Anderssen" userId="8ebda020-6fa4-49f3-a387-53a193bbe15b" providerId="ADAL" clId="{BF4F0A47-7B27-539E-94B4-1D4CB986F577}" dt="2026-02-05T10:23:15.821" v="7061" actId="14100"/>
          <ac:picMkLst>
            <pc:docMk/>
            <pc:sldMk cId="0" sldId="259"/>
            <ac:picMk id="5" creationId="{57C179B3-FDDD-4370-32F0-A3D4781BF675}"/>
          </ac:picMkLst>
        </pc:picChg>
      </pc:sldChg>
      <pc:sldChg chg="addSp delSp modSp mod ord setBg modAnim modNotesTx">
        <pc:chgData name="Jim Jonathan Anderssen" userId="8ebda020-6fa4-49f3-a387-53a193bbe15b" providerId="ADAL" clId="{BF4F0A47-7B27-539E-94B4-1D4CB986F577}" dt="2026-02-06T08:42:13.499" v="14670"/>
        <pc:sldMkLst>
          <pc:docMk/>
          <pc:sldMk cId="0" sldId="260"/>
        </pc:sldMkLst>
        <pc:spChg chg="mod">
          <ac:chgData name="Jim Jonathan Anderssen" userId="8ebda020-6fa4-49f3-a387-53a193bbe15b" providerId="ADAL" clId="{BF4F0A47-7B27-539E-94B4-1D4CB986F577}" dt="2026-02-05T19:52:30.261" v="12558" actId="26606"/>
          <ac:spMkLst>
            <pc:docMk/>
            <pc:sldMk cId="0" sldId="260"/>
            <ac:spMk id="2" creationId="{00000000-0000-0000-0000-000000000000}"/>
          </ac:spMkLst>
        </pc:spChg>
        <pc:spChg chg="mod">
          <ac:chgData name="Jim Jonathan Anderssen" userId="8ebda020-6fa4-49f3-a387-53a193bbe15b" providerId="ADAL" clId="{BF4F0A47-7B27-539E-94B4-1D4CB986F577}" dt="2026-02-05T19:53:38.144" v="12585" actId="20577"/>
          <ac:spMkLst>
            <pc:docMk/>
            <pc:sldMk cId="0" sldId="260"/>
            <ac:spMk id="3" creationId="{00000000-0000-0000-0000-000000000000}"/>
          </ac:spMkLst>
        </pc:spChg>
        <pc:spChg chg="add del">
          <ac:chgData name="Jim Jonathan Anderssen" userId="8ebda020-6fa4-49f3-a387-53a193bbe15b" providerId="ADAL" clId="{BF4F0A47-7B27-539E-94B4-1D4CB986F577}" dt="2026-02-05T19:52:30.254" v="12557" actId="26606"/>
          <ac:spMkLst>
            <pc:docMk/>
            <pc:sldMk cId="0" sldId="260"/>
            <ac:spMk id="8" creationId="{327D73B4-9F5C-4A64-A179-51B9500CB8B5}"/>
          </ac:spMkLst>
        </pc:spChg>
        <pc:spChg chg="add del">
          <ac:chgData name="Jim Jonathan Anderssen" userId="8ebda020-6fa4-49f3-a387-53a193bbe15b" providerId="ADAL" clId="{BF4F0A47-7B27-539E-94B4-1D4CB986F577}" dt="2026-02-05T19:52:30.254" v="12557" actId="26606"/>
          <ac:spMkLst>
            <pc:docMk/>
            <pc:sldMk cId="0" sldId="260"/>
            <ac:spMk id="10" creationId="{C1F06963-6374-4B48-844F-071A9BAAAE02}"/>
          </ac:spMkLst>
        </pc:spChg>
        <pc:spChg chg="add del">
          <ac:chgData name="Jim Jonathan Anderssen" userId="8ebda020-6fa4-49f3-a387-53a193bbe15b" providerId="ADAL" clId="{BF4F0A47-7B27-539E-94B4-1D4CB986F577}" dt="2026-02-05T19:52:30.254" v="12557" actId="26606"/>
          <ac:spMkLst>
            <pc:docMk/>
            <pc:sldMk cId="0" sldId="260"/>
            <ac:spMk id="12" creationId="{6CB927A4-E432-4310-9CD5-E89FF5063179}"/>
          </ac:spMkLst>
        </pc:spChg>
        <pc:spChg chg="add del">
          <ac:chgData name="Jim Jonathan Anderssen" userId="8ebda020-6fa4-49f3-a387-53a193bbe15b" providerId="ADAL" clId="{BF4F0A47-7B27-539E-94B4-1D4CB986F577}" dt="2026-02-05T19:52:30.254" v="12557" actId="26606"/>
          <ac:spMkLst>
            <pc:docMk/>
            <pc:sldMk cId="0" sldId="260"/>
            <ac:spMk id="14" creationId="{1453BF6C-B012-48B7-B4E8-6D7AC7C27D02}"/>
          </ac:spMkLst>
        </pc:spChg>
        <pc:spChg chg="add del">
          <ac:chgData name="Jim Jonathan Anderssen" userId="8ebda020-6fa4-49f3-a387-53a193bbe15b" providerId="ADAL" clId="{BF4F0A47-7B27-539E-94B4-1D4CB986F577}" dt="2026-02-05T19:52:30.254" v="12557" actId="26606"/>
          <ac:spMkLst>
            <pc:docMk/>
            <pc:sldMk cId="0" sldId="260"/>
            <ac:spMk id="16" creationId="{E3020543-B24B-4EC4-8FFC-8DD88EEA91A8}"/>
          </ac:spMkLst>
        </pc:spChg>
        <pc:spChg chg="add">
          <ac:chgData name="Jim Jonathan Anderssen" userId="8ebda020-6fa4-49f3-a387-53a193bbe15b" providerId="ADAL" clId="{BF4F0A47-7B27-539E-94B4-1D4CB986F577}" dt="2026-02-05T19:52:30.261" v="12558" actId="26606"/>
          <ac:spMkLst>
            <pc:docMk/>
            <pc:sldMk cId="0" sldId="260"/>
            <ac:spMk id="20" creationId="{8D71EDA1-87BF-4D5D-AB79-F346FD19278A}"/>
          </ac:spMkLst>
        </pc:spChg>
        <pc:spChg chg="add">
          <ac:chgData name="Jim Jonathan Anderssen" userId="8ebda020-6fa4-49f3-a387-53a193bbe15b" providerId="ADAL" clId="{BF4F0A47-7B27-539E-94B4-1D4CB986F577}" dt="2026-02-05T19:52:30.261" v="12558" actId="26606"/>
          <ac:spMkLst>
            <pc:docMk/>
            <pc:sldMk cId="0" sldId="260"/>
            <ac:spMk id="21" creationId="{09588DA8-065E-4F6F-8EFD-43104AB2E0CF}"/>
          </ac:spMkLst>
        </pc:spChg>
        <pc:spChg chg="add">
          <ac:chgData name="Jim Jonathan Anderssen" userId="8ebda020-6fa4-49f3-a387-53a193bbe15b" providerId="ADAL" clId="{BF4F0A47-7B27-539E-94B4-1D4CB986F577}" dt="2026-02-05T19:52:30.261" v="12558" actId="26606"/>
          <ac:spMkLst>
            <pc:docMk/>
            <pc:sldMk cId="0" sldId="260"/>
            <ac:spMk id="22" creationId="{C4285719-470E-454C-AF62-8323075F1F5B}"/>
          </ac:spMkLst>
        </pc:spChg>
        <pc:spChg chg="add">
          <ac:chgData name="Jim Jonathan Anderssen" userId="8ebda020-6fa4-49f3-a387-53a193bbe15b" providerId="ADAL" clId="{BF4F0A47-7B27-539E-94B4-1D4CB986F577}" dt="2026-02-05T19:52:30.261" v="12558" actId="26606"/>
          <ac:spMkLst>
            <pc:docMk/>
            <pc:sldMk cId="0" sldId="260"/>
            <ac:spMk id="23" creationId="{CD9FE4EF-C4D8-49A0-B2FF-81D8DB7D8A24}"/>
          </ac:spMkLst>
        </pc:spChg>
        <pc:spChg chg="add">
          <ac:chgData name="Jim Jonathan Anderssen" userId="8ebda020-6fa4-49f3-a387-53a193bbe15b" providerId="ADAL" clId="{BF4F0A47-7B27-539E-94B4-1D4CB986F577}" dt="2026-02-05T19:52:30.261" v="12558" actId="26606"/>
          <ac:spMkLst>
            <pc:docMk/>
            <pc:sldMk cId="0" sldId="260"/>
            <ac:spMk id="24" creationId="{4300840D-0A0B-4512-BACA-B439D5B9C57C}"/>
          </ac:spMkLst>
        </pc:spChg>
        <pc:spChg chg="add">
          <ac:chgData name="Jim Jonathan Anderssen" userId="8ebda020-6fa4-49f3-a387-53a193bbe15b" providerId="ADAL" clId="{BF4F0A47-7B27-539E-94B4-1D4CB986F577}" dt="2026-02-05T19:52:30.261" v="12558" actId="26606"/>
          <ac:spMkLst>
            <pc:docMk/>
            <pc:sldMk cId="0" sldId="260"/>
            <ac:spMk id="25" creationId="{D2B78728-A580-49A7-84F9-6EF6F583ADE0}"/>
          </ac:spMkLst>
        </pc:spChg>
        <pc:spChg chg="add">
          <ac:chgData name="Jim Jonathan Anderssen" userId="8ebda020-6fa4-49f3-a387-53a193bbe15b" providerId="ADAL" clId="{BF4F0A47-7B27-539E-94B4-1D4CB986F577}" dt="2026-02-05T19:52:30.261" v="12558" actId="26606"/>
          <ac:spMkLst>
            <pc:docMk/>
            <pc:sldMk cId="0" sldId="260"/>
            <ac:spMk id="26" creationId="{38FAA1A1-D861-433F-88FA-1E9D6FD31D11}"/>
          </ac:spMkLst>
        </pc:spChg>
        <pc:cxnChg chg="add del">
          <ac:chgData name="Jim Jonathan Anderssen" userId="8ebda020-6fa4-49f3-a387-53a193bbe15b" providerId="ADAL" clId="{BF4F0A47-7B27-539E-94B4-1D4CB986F577}" dt="2026-02-05T19:52:30.254" v="12557" actId="26606"/>
          <ac:cxnSpMkLst>
            <pc:docMk/>
            <pc:sldMk cId="0" sldId="260"/>
            <ac:cxnSpMk id="18" creationId="{C49DA8F6-BCC1-4447-B54C-57856834B94B}"/>
          </ac:cxnSpMkLst>
        </pc:cxnChg>
      </pc:sldChg>
      <pc:sldChg chg="addSp modSp mod ord setBg modNotesTx">
        <pc:chgData name="Jim Jonathan Anderssen" userId="8ebda020-6fa4-49f3-a387-53a193bbe15b" providerId="ADAL" clId="{BF4F0A47-7B27-539E-94B4-1D4CB986F577}" dt="2026-02-06T08:50:02.348" v="14673" actId="26606"/>
        <pc:sldMkLst>
          <pc:docMk/>
          <pc:sldMk cId="0" sldId="261"/>
        </pc:sldMkLst>
        <pc:spChg chg="mod">
          <ac:chgData name="Jim Jonathan Anderssen" userId="8ebda020-6fa4-49f3-a387-53a193bbe15b" providerId="ADAL" clId="{BF4F0A47-7B27-539E-94B4-1D4CB986F577}" dt="2026-02-06T08:50:02.348" v="14673" actId="26606"/>
          <ac:spMkLst>
            <pc:docMk/>
            <pc:sldMk cId="0" sldId="261"/>
            <ac:spMk id="2" creationId="{00000000-0000-0000-0000-000000000000}"/>
          </ac:spMkLst>
        </pc:spChg>
        <pc:spChg chg="mod">
          <ac:chgData name="Jim Jonathan Anderssen" userId="8ebda020-6fa4-49f3-a387-53a193bbe15b" providerId="ADAL" clId="{BF4F0A47-7B27-539E-94B4-1D4CB986F577}" dt="2026-02-06T08:50:02.348" v="14673" actId="26606"/>
          <ac:spMkLst>
            <pc:docMk/>
            <pc:sldMk cId="0" sldId="261"/>
            <ac:spMk id="3" creationId="{00000000-0000-0000-0000-000000000000}"/>
          </ac:spMkLst>
        </pc:spChg>
        <pc:spChg chg="add">
          <ac:chgData name="Jim Jonathan Anderssen" userId="8ebda020-6fa4-49f3-a387-53a193bbe15b" providerId="ADAL" clId="{BF4F0A47-7B27-539E-94B4-1D4CB986F577}" dt="2026-02-06T08:50:02.348" v="14673" actId="26606"/>
          <ac:spMkLst>
            <pc:docMk/>
            <pc:sldMk cId="0" sldId="261"/>
            <ac:spMk id="8" creationId="{09588DA8-065E-4F6F-8EFD-43104AB2E0CF}"/>
          </ac:spMkLst>
        </pc:spChg>
        <pc:spChg chg="add">
          <ac:chgData name="Jim Jonathan Anderssen" userId="8ebda020-6fa4-49f3-a387-53a193bbe15b" providerId="ADAL" clId="{BF4F0A47-7B27-539E-94B4-1D4CB986F577}" dt="2026-02-06T08:50:02.348" v="14673" actId="26606"/>
          <ac:spMkLst>
            <pc:docMk/>
            <pc:sldMk cId="0" sldId="261"/>
            <ac:spMk id="10" creationId="{C4285719-470E-454C-AF62-8323075F1F5B}"/>
          </ac:spMkLst>
        </pc:spChg>
        <pc:spChg chg="add">
          <ac:chgData name="Jim Jonathan Anderssen" userId="8ebda020-6fa4-49f3-a387-53a193bbe15b" providerId="ADAL" clId="{BF4F0A47-7B27-539E-94B4-1D4CB986F577}" dt="2026-02-06T08:50:02.348" v="14673" actId="26606"/>
          <ac:spMkLst>
            <pc:docMk/>
            <pc:sldMk cId="0" sldId="261"/>
            <ac:spMk id="12" creationId="{CD9FE4EF-C4D8-49A0-B2FF-81D8DB7D8A24}"/>
          </ac:spMkLst>
        </pc:spChg>
        <pc:spChg chg="add">
          <ac:chgData name="Jim Jonathan Anderssen" userId="8ebda020-6fa4-49f3-a387-53a193bbe15b" providerId="ADAL" clId="{BF4F0A47-7B27-539E-94B4-1D4CB986F577}" dt="2026-02-06T08:50:02.348" v="14673" actId="26606"/>
          <ac:spMkLst>
            <pc:docMk/>
            <pc:sldMk cId="0" sldId="261"/>
            <ac:spMk id="14" creationId="{4300840D-0A0B-4512-BACA-B439D5B9C57C}"/>
          </ac:spMkLst>
        </pc:spChg>
        <pc:spChg chg="add">
          <ac:chgData name="Jim Jonathan Anderssen" userId="8ebda020-6fa4-49f3-a387-53a193bbe15b" providerId="ADAL" clId="{BF4F0A47-7B27-539E-94B4-1D4CB986F577}" dt="2026-02-06T08:50:02.348" v="14673" actId="26606"/>
          <ac:spMkLst>
            <pc:docMk/>
            <pc:sldMk cId="0" sldId="261"/>
            <ac:spMk id="16" creationId="{D2B78728-A580-49A7-84F9-6EF6F583ADE0}"/>
          </ac:spMkLst>
        </pc:spChg>
        <pc:spChg chg="add">
          <ac:chgData name="Jim Jonathan Anderssen" userId="8ebda020-6fa4-49f3-a387-53a193bbe15b" providerId="ADAL" clId="{BF4F0A47-7B27-539E-94B4-1D4CB986F577}" dt="2026-02-06T08:50:02.348" v="14673" actId="26606"/>
          <ac:spMkLst>
            <pc:docMk/>
            <pc:sldMk cId="0" sldId="261"/>
            <ac:spMk id="18" creationId="{38FAA1A1-D861-433F-88FA-1E9D6FD31D11}"/>
          </ac:spMkLst>
        </pc:spChg>
        <pc:spChg chg="add">
          <ac:chgData name="Jim Jonathan Anderssen" userId="8ebda020-6fa4-49f3-a387-53a193bbe15b" providerId="ADAL" clId="{BF4F0A47-7B27-539E-94B4-1D4CB986F577}" dt="2026-02-06T08:50:02.348" v="14673" actId="26606"/>
          <ac:spMkLst>
            <pc:docMk/>
            <pc:sldMk cId="0" sldId="261"/>
            <ac:spMk id="20" creationId="{8D71EDA1-87BF-4D5D-AB79-F346FD19278A}"/>
          </ac:spMkLst>
        </pc:spChg>
      </pc:sldChg>
      <pc:sldChg chg="addSp delSp modSp mod ord modAnim modNotesTx">
        <pc:chgData name="Jim Jonathan Anderssen" userId="8ebda020-6fa4-49f3-a387-53a193bbe15b" providerId="ADAL" clId="{BF4F0A47-7B27-539E-94B4-1D4CB986F577}" dt="2026-02-06T08:31:36.396" v="14519" actId="20577"/>
        <pc:sldMkLst>
          <pc:docMk/>
          <pc:sldMk cId="0" sldId="262"/>
        </pc:sldMkLst>
        <pc:spChg chg="mod">
          <ac:chgData name="Jim Jonathan Anderssen" userId="8ebda020-6fa4-49f3-a387-53a193bbe15b" providerId="ADAL" clId="{BF4F0A47-7B27-539E-94B4-1D4CB986F577}" dt="2026-02-04T12:55:46.491" v="1508" actId="1076"/>
          <ac:spMkLst>
            <pc:docMk/>
            <pc:sldMk cId="0" sldId="262"/>
            <ac:spMk id="2" creationId="{00000000-0000-0000-0000-000000000000}"/>
          </ac:spMkLst>
        </pc:spChg>
        <pc:spChg chg="mod">
          <ac:chgData name="Jim Jonathan Anderssen" userId="8ebda020-6fa4-49f3-a387-53a193bbe15b" providerId="ADAL" clId="{BF4F0A47-7B27-539E-94B4-1D4CB986F577}" dt="2026-02-05T18:27:14.976" v="9548" actId="1076"/>
          <ac:spMkLst>
            <pc:docMk/>
            <pc:sldMk cId="0" sldId="262"/>
            <ac:spMk id="3" creationId="{00000000-0000-0000-0000-000000000000}"/>
          </ac:spMkLst>
        </pc:spChg>
        <pc:spChg chg="mod">
          <ac:chgData name="Jim Jonathan Anderssen" userId="8ebda020-6fa4-49f3-a387-53a193bbe15b" providerId="ADAL" clId="{BF4F0A47-7B27-539E-94B4-1D4CB986F577}" dt="2026-02-04T13:02:52.580" v="1922" actId="1076"/>
          <ac:spMkLst>
            <pc:docMk/>
            <pc:sldMk cId="0" sldId="262"/>
            <ac:spMk id="4" creationId="{00000000-0000-0000-0000-000000000000}"/>
          </ac:spMkLst>
        </pc:spChg>
        <pc:spChg chg="mod">
          <ac:chgData name="Jim Jonathan Anderssen" userId="8ebda020-6fa4-49f3-a387-53a193bbe15b" providerId="ADAL" clId="{BF4F0A47-7B27-539E-94B4-1D4CB986F577}" dt="2026-02-06T08:31:36.396" v="14519" actId="20577"/>
          <ac:spMkLst>
            <pc:docMk/>
            <pc:sldMk cId="0" sldId="262"/>
            <ac:spMk id="5" creationId="{00000000-0000-0000-0000-000000000000}"/>
          </ac:spMkLst>
        </pc:spChg>
        <pc:spChg chg="mod">
          <ac:chgData name="Jim Jonathan Anderssen" userId="8ebda020-6fa4-49f3-a387-53a193bbe15b" providerId="ADAL" clId="{BF4F0A47-7B27-539E-94B4-1D4CB986F577}" dt="2026-02-05T09:23:28.803" v="6783" actId="20577"/>
          <ac:spMkLst>
            <pc:docMk/>
            <pc:sldMk cId="0" sldId="262"/>
            <ac:spMk id="6" creationId="{00000000-0000-0000-0000-000000000000}"/>
          </ac:spMkLst>
        </pc:spChg>
        <pc:spChg chg="add mod">
          <ac:chgData name="Jim Jonathan Anderssen" userId="8ebda020-6fa4-49f3-a387-53a193bbe15b" providerId="ADAL" clId="{BF4F0A47-7B27-539E-94B4-1D4CB986F577}" dt="2026-02-04T12:57:48.241" v="1551" actId="1076"/>
          <ac:spMkLst>
            <pc:docMk/>
            <pc:sldMk cId="0" sldId="262"/>
            <ac:spMk id="10" creationId="{A15F7664-1D82-9C9D-F951-E34F17B532B3}"/>
          </ac:spMkLst>
        </pc:spChg>
        <pc:spChg chg="add mod">
          <ac:chgData name="Jim Jonathan Anderssen" userId="8ebda020-6fa4-49f3-a387-53a193bbe15b" providerId="ADAL" clId="{BF4F0A47-7B27-539E-94B4-1D4CB986F577}" dt="2026-02-05T09:23:25.454" v="6776" actId="14100"/>
          <ac:spMkLst>
            <pc:docMk/>
            <pc:sldMk cId="0" sldId="262"/>
            <ac:spMk id="67" creationId="{37F52018-F58C-F3F0-F903-6BAE869084A9}"/>
          </ac:spMkLst>
        </pc:spChg>
        <pc:cxnChg chg="add mod">
          <ac:chgData name="Jim Jonathan Anderssen" userId="8ebda020-6fa4-49f3-a387-53a193bbe15b" providerId="ADAL" clId="{BF4F0A47-7B27-539E-94B4-1D4CB986F577}" dt="2026-02-05T18:27:14.976" v="9548" actId="1076"/>
          <ac:cxnSpMkLst>
            <pc:docMk/>
            <pc:sldMk cId="0" sldId="262"/>
            <ac:cxnSpMk id="12" creationId="{29D51D77-08BF-9093-DC0C-6DC3900809F8}"/>
          </ac:cxnSpMkLst>
        </pc:cxnChg>
        <pc:cxnChg chg="add del mod">
          <ac:chgData name="Jim Jonathan Anderssen" userId="8ebda020-6fa4-49f3-a387-53a193bbe15b" providerId="ADAL" clId="{BF4F0A47-7B27-539E-94B4-1D4CB986F577}" dt="2026-02-05T18:27:09.328" v="9546" actId="478"/>
          <ac:cxnSpMkLst>
            <pc:docMk/>
            <pc:sldMk cId="0" sldId="262"/>
            <ac:cxnSpMk id="13" creationId="{CC6682BC-BEE9-C864-68DB-19FBD11BBF63}"/>
          </ac:cxnSpMkLst>
        </pc:cxnChg>
        <pc:cxnChg chg="add mod">
          <ac:chgData name="Jim Jonathan Anderssen" userId="8ebda020-6fa4-49f3-a387-53a193bbe15b" providerId="ADAL" clId="{BF4F0A47-7B27-539E-94B4-1D4CB986F577}" dt="2026-02-04T13:02:52.580" v="1922" actId="1076"/>
          <ac:cxnSpMkLst>
            <pc:docMk/>
            <pc:sldMk cId="0" sldId="262"/>
            <ac:cxnSpMk id="16" creationId="{D172D3FB-52E1-9DF8-D799-AFB71DA239FF}"/>
          </ac:cxnSpMkLst>
        </pc:cxnChg>
        <pc:cxnChg chg="add mod">
          <ac:chgData name="Jim Jonathan Anderssen" userId="8ebda020-6fa4-49f3-a387-53a193bbe15b" providerId="ADAL" clId="{BF4F0A47-7B27-539E-94B4-1D4CB986F577}" dt="2026-02-05T18:27:40.566" v="9550" actId="14100"/>
          <ac:cxnSpMkLst>
            <pc:docMk/>
            <pc:sldMk cId="0" sldId="262"/>
            <ac:cxnSpMk id="41" creationId="{EA4C1B87-5894-3756-3425-FC51FD8D49A7}"/>
          </ac:cxnSpMkLst>
        </pc:cxnChg>
        <pc:cxnChg chg="add mod">
          <ac:chgData name="Jim Jonathan Anderssen" userId="8ebda020-6fa4-49f3-a387-53a193bbe15b" providerId="ADAL" clId="{BF4F0A47-7B27-539E-94B4-1D4CB986F577}" dt="2026-02-04T12:57:50.660" v="1552" actId="1076"/>
          <ac:cxnSpMkLst>
            <pc:docMk/>
            <pc:sldMk cId="0" sldId="262"/>
            <ac:cxnSpMk id="44" creationId="{03F0E2B3-A681-1924-811B-8101714990A0}"/>
          </ac:cxnSpMkLst>
        </pc:cxnChg>
        <pc:cxnChg chg="add mod">
          <ac:chgData name="Jim Jonathan Anderssen" userId="8ebda020-6fa4-49f3-a387-53a193bbe15b" providerId="ADAL" clId="{BF4F0A47-7B27-539E-94B4-1D4CB986F577}" dt="2026-02-04T13:02:52.580" v="1922" actId="1076"/>
          <ac:cxnSpMkLst>
            <pc:docMk/>
            <pc:sldMk cId="0" sldId="262"/>
            <ac:cxnSpMk id="45" creationId="{A5B4B6D3-5E26-1F4A-457C-C0334BE1052A}"/>
          </ac:cxnSpMkLst>
        </pc:cxnChg>
        <pc:cxnChg chg="add mod">
          <ac:chgData name="Jim Jonathan Anderssen" userId="8ebda020-6fa4-49f3-a387-53a193bbe15b" providerId="ADAL" clId="{BF4F0A47-7B27-539E-94B4-1D4CB986F577}" dt="2026-02-05T18:27:40.566" v="9550" actId="14100"/>
          <ac:cxnSpMkLst>
            <pc:docMk/>
            <pc:sldMk cId="0" sldId="262"/>
            <ac:cxnSpMk id="46" creationId="{BB49FBF7-B913-78F3-53DC-399878A38937}"/>
          </ac:cxnSpMkLst>
        </pc:cxnChg>
      </pc:sldChg>
      <pc:sldChg chg="addSp delSp modSp new mod ord modAnim modNotesTx">
        <pc:chgData name="Jim Jonathan Anderssen" userId="8ebda020-6fa4-49f3-a387-53a193bbe15b" providerId="ADAL" clId="{BF4F0A47-7B27-539E-94B4-1D4CB986F577}" dt="2026-02-06T08:29:48.838" v="14510" actId="20577"/>
        <pc:sldMkLst>
          <pc:docMk/>
          <pc:sldMk cId="2069050320" sldId="263"/>
        </pc:sldMkLst>
        <pc:spChg chg="add mod">
          <ac:chgData name="Jim Jonathan Anderssen" userId="8ebda020-6fa4-49f3-a387-53a193bbe15b" providerId="ADAL" clId="{BF4F0A47-7B27-539E-94B4-1D4CB986F577}" dt="2026-02-06T08:29:48.838" v="14510" actId="20577"/>
          <ac:spMkLst>
            <pc:docMk/>
            <pc:sldMk cId="2069050320" sldId="263"/>
            <ac:spMk id="4" creationId="{849C49F4-21EE-0E80-DFC3-843F2BEA5551}"/>
          </ac:spMkLst>
        </pc:spChg>
        <pc:spChg chg="add mod">
          <ac:chgData name="Jim Jonathan Anderssen" userId="8ebda020-6fa4-49f3-a387-53a193bbe15b" providerId="ADAL" clId="{BF4F0A47-7B27-539E-94B4-1D4CB986F577}" dt="2026-02-05T08:57:16.638" v="4374" actId="20577"/>
          <ac:spMkLst>
            <pc:docMk/>
            <pc:sldMk cId="2069050320" sldId="263"/>
            <ac:spMk id="5" creationId="{A31048D2-CE57-F217-F07F-8A22FB0D7F1F}"/>
          </ac:spMkLst>
        </pc:spChg>
        <pc:spChg chg="add mod topLvl">
          <ac:chgData name="Jim Jonathan Anderssen" userId="8ebda020-6fa4-49f3-a387-53a193bbe15b" providerId="ADAL" clId="{BF4F0A47-7B27-539E-94B4-1D4CB986F577}" dt="2026-02-05T08:28:24.881" v="3680" actId="164"/>
          <ac:spMkLst>
            <pc:docMk/>
            <pc:sldMk cId="2069050320" sldId="263"/>
            <ac:spMk id="6" creationId="{695592E0-6B9D-89D9-C6AB-C14BCE780A74}"/>
          </ac:spMkLst>
        </pc:spChg>
        <pc:spChg chg="add del mod">
          <ac:chgData name="Jim Jonathan Anderssen" userId="8ebda020-6fa4-49f3-a387-53a193bbe15b" providerId="ADAL" clId="{BF4F0A47-7B27-539E-94B4-1D4CB986F577}" dt="2026-02-05T08:29:50.022" v="3838" actId="478"/>
          <ac:spMkLst>
            <pc:docMk/>
            <pc:sldMk cId="2069050320" sldId="263"/>
            <ac:spMk id="7" creationId="{A58D1ADE-5F02-7088-50BD-7F80B5C72330}"/>
          </ac:spMkLst>
        </pc:spChg>
        <pc:spChg chg="add del mod">
          <ac:chgData name="Jim Jonathan Anderssen" userId="8ebda020-6fa4-49f3-a387-53a193bbe15b" providerId="ADAL" clId="{BF4F0A47-7B27-539E-94B4-1D4CB986F577}" dt="2026-02-05T08:30:53.682" v="3964" actId="478"/>
          <ac:spMkLst>
            <pc:docMk/>
            <pc:sldMk cId="2069050320" sldId="263"/>
            <ac:spMk id="8" creationId="{F6D1C052-8C03-E7A9-BB00-432B5D29921D}"/>
          </ac:spMkLst>
        </pc:spChg>
        <pc:spChg chg="add mod topLvl">
          <ac:chgData name="Jim Jonathan Anderssen" userId="8ebda020-6fa4-49f3-a387-53a193bbe15b" providerId="ADAL" clId="{BF4F0A47-7B27-539E-94B4-1D4CB986F577}" dt="2026-02-05T08:28:24.881" v="3680" actId="164"/>
          <ac:spMkLst>
            <pc:docMk/>
            <pc:sldMk cId="2069050320" sldId="263"/>
            <ac:spMk id="9" creationId="{9640712B-0C5D-CF51-5551-6EA4E0934C7C}"/>
          </ac:spMkLst>
        </pc:spChg>
        <pc:spChg chg="add mod">
          <ac:chgData name="Jim Jonathan Anderssen" userId="8ebda020-6fa4-49f3-a387-53a193bbe15b" providerId="ADAL" clId="{BF4F0A47-7B27-539E-94B4-1D4CB986F577}" dt="2026-02-06T07:31:25.491" v="13565" actId="20577"/>
          <ac:spMkLst>
            <pc:docMk/>
            <pc:sldMk cId="2069050320" sldId="263"/>
            <ac:spMk id="11" creationId="{0193514A-0408-A8DF-CA64-33B69F9BF930}"/>
          </ac:spMkLst>
        </pc:spChg>
        <pc:spChg chg="mod topLvl">
          <ac:chgData name="Jim Jonathan Anderssen" userId="8ebda020-6fa4-49f3-a387-53a193bbe15b" providerId="ADAL" clId="{BF4F0A47-7B27-539E-94B4-1D4CB986F577}" dt="2026-02-05T08:54:41.576" v="4230"/>
          <ac:spMkLst>
            <pc:docMk/>
            <pc:sldMk cId="2069050320" sldId="263"/>
            <ac:spMk id="14" creationId="{24E41FCC-E3A1-D6F8-A1C2-8744B2A9E72C}"/>
          </ac:spMkLst>
        </pc:spChg>
        <pc:spChg chg="mod topLvl">
          <ac:chgData name="Jim Jonathan Anderssen" userId="8ebda020-6fa4-49f3-a387-53a193bbe15b" providerId="ADAL" clId="{BF4F0A47-7B27-539E-94B4-1D4CB986F577}" dt="2026-02-05T08:54:41.576" v="4230"/>
          <ac:spMkLst>
            <pc:docMk/>
            <pc:sldMk cId="2069050320" sldId="263"/>
            <ac:spMk id="15" creationId="{4B7C0239-31D1-14FC-DC9B-6584DA50AEB4}"/>
          </ac:spMkLst>
        </pc:spChg>
        <pc:spChg chg="mod topLvl">
          <ac:chgData name="Jim Jonathan Anderssen" userId="8ebda020-6fa4-49f3-a387-53a193bbe15b" providerId="ADAL" clId="{BF4F0A47-7B27-539E-94B4-1D4CB986F577}" dt="2026-02-06T07:31:29.153" v="13575" actId="20577"/>
          <ac:spMkLst>
            <pc:docMk/>
            <pc:sldMk cId="2069050320" sldId="263"/>
            <ac:spMk id="16" creationId="{8D176BB0-A33B-676E-A8C6-A2DF01B9907A}"/>
          </ac:spMkLst>
        </pc:spChg>
        <pc:spChg chg="mod topLvl">
          <ac:chgData name="Jim Jonathan Anderssen" userId="8ebda020-6fa4-49f3-a387-53a193bbe15b" providerId="ADAL" clId="{BF4F0A47-7B27-539E-94B4-1D4CB986F577}" dt="2026-02-05T08:33:32.277" v="4027" actId="465"/>
          <ac:spMkLst>
            <pc:docMk/>
            <pc:sldMk cId="2069050320" sldId="263"/>
            <ac:spMk id="18" creationId="{7C4A3A02-9809-29D2-51C4-42B9844EDB7B}"/>
          </ac:spMkLst>
        </pc:spChg>
        <pc:spChg chg="mod topLvl">
          <ac:chgData name="Jim Jonathan Anderssen" userId="8ebda020-6fa4-49f3-a387-53a193bbe15b" providerId="ADAL" clId="{BF4F0A47-7B27-539E-94B4-1D4CB986F577}" dt="2026-02-05T08:33:32.277" v="4027" actId="465"/>
          <ac:spMkLst>
            <pc:docMk/>
            <pc:sldMk cId="2069050320" sldId="263"/>
            <ac:spMk id="19" creationId="{9A4C36CA-8123-3C11-F372-E831A915AE45}"/>
          </ac:spMkLst>
        </pc:spChg>
        <pc:spChg chg="mod topLvl">
          <ac:chgData name="Jim Jonathan Anderssen" userId="8ebda020-6fa4-49f3-a387-53a193bbe15b" providerId="ADAL" clId="{BF4F0A47-7B27-539E-94B4-1D4CB986F577}" dt="2026-02-06T07:32:09.604" v="13596" actId="20577"/>
          <ac:spMkLst>
            <pc:docMk/>
            <pc:sldMk cId="2069050320" sldId="263"/>
            <ac:spMk id="20" creationId="{BA942EB0-E831-0718-D397-0CC389A59A6E}"/>
          </ac:spMkLst>
        </pc:spChg>
        <pc:spChg chg="add del mod">
          <ac:chgData name="Jim Jonathan Anderssen" userId="8ebda020-6fa4-49f3-a387-53a193bbe15b" providerId="ADAL" clId="{BF4F0A47-7B27-539E-94B4-1D4CB986F577}" dt="2026-02-05T09:04:21.553" v="4587" actId="478"/>
          <ac:spMkLst>
            <pc:docMk/>
            <pc:sldMk cId="2069050320" sldId="263"/>
            <ac:spMk id="24" creationId="{7D5FC78E-7255-921E-F751-AF13A257B064}"/>
          </ac:spMkLst>
        </pc:spChg>
        <pc:grpChg chg="add del mod">
          <ac:chgData name="Jim Jonathan Anderssen" userId="8ebda020-6fa4-49f3-a387-53a193bbe15b" providerId="ADAL" clId="{BF4F0A47-7B27-539E-94B4-1D4CB986F577}" dt="2026-02-05T08:28:04.590" v="3677" actId="165"/>
          <ac:grpSpMkLst>
            <pc:docMk/>
            <pc:sldMk cId="2069050320" sldId="263"/>
            <ac:grpSpMk id="10" creationId="{349839B0-3569-9F71-CFE4-F364DA640E55}"/>
          </ac:grpSpMkLst>
        </pc:grpChg>
        <pc:grpChg chg="add mod">
          <ac:chgData name="Jim Jonathan Anderssen" userId="8ebda020-6fa4-49f3-a387-53a193bbe15b" providerId="ADAL" clId="{BF4F0A47-7B27-539E-94B4-1D4CB986F577}" dt="2026-02-05T11:04:10.879" v="7558" actId="14100"/>
          <ac:grpSpMkLst>
            <pc:docMk/>
            <pc:sldMk cId="2069050320" sldId="263"/>
            <ac:grpSpMk id="12" creationId="{28202E37-033E-FD2C-9C7C-0F21286CF3D5}"/>
          </ac:grpSpMkLst>
        </pc:grpChg>
        <pc:grpChg chg="add del mod">
          <ac:chgData name="Jim Jonathan Anderssen" userId="8ebda020-6fa4-49f3-a387-53a193bbe15b" providerId="ADAL" clId="{BF4F0A47-7B27-539E-94B4-1D4CB986F577}" dt="2026-02-05T08:32:15.603" v="3988" actId="165"/>
          <ac:grpSpMkLst>
            <pc:docMk/>
            <pc:sldMk cId="2069050320" sldId="263"/>
            <ac:grpSpMk id="13" creationId="{EC5DC379-503D-3DB2-2261-0960779EF44B}"/>
          </ac:grpSpMkLst>
        </pc:grpChg>
        <pc:grpChg chg="add del mod">
          <ac:chgData name="Jim Jonathan Anderssen" userId="8ebda020-6fa4-49f3-a387-53a193bbe15b" providerId="ADAL" clId="{BF4F0A47-7B27-539E-94B4-1D4CB986F577}" dt="2026-02-05T08:32:25.320" v="3990" actId="165"/>
          <ac:grpSpMkLst>
            <pc:docMk/>
            <pc:sldMk cId="2069050320" sldId="263"/>
            <ac:grpSpMk id="17" creationId="{18C669EB-7114-5FA0-DCBB-612EB96EAE55}"/>
          </ac:grpSpMkLst>
        </pc:grpChg>
        <pc:grpChg chg="add mod">
          <ac:chgData name="Jim Jonathan Anderssen" userId="8ebda020-6fa4-49f3-a387-53a193bbe15b" providerId="ADAL" clId="{BF4F0A47-7B27-539E-94B4-1D4CB986F577}" dt="2026-02-05T11:06:00.792" v="7718" actId="14100"/>
          <ac:grpSpMkLst>
            <pc:docMk/>
            <pc:sldMk cId="2069050320" sldId="263"/>
            <ac:grpSpMk id="21" creationId="{CAD4C931-539E-93F3-C25B-F7AD6074954E}"/>
          </ac:grpSpMkLst>
        </pc:grpChg>
        <pc:grpChg chg="add mod">
          <ac:chgData name="Jim Jonathan Anderssen" userId="8ebda020-6fa4-49f3-a387-53a193bbe15b" providerId="ADAL" clId="{BF4F0A47-7B27-539E-94B4-1D4CB986F577}" dt="2026-02-05T11:04:45.126" v="7617" actId="14100"/>
          <ac:grpSpMkLst>
            <pc:docMk/>
            <pc:sldMk cId="2069050320" sldId="263"/>
            <ac:grpSpMk id="22" creationId="{14E1E8DD-E975-1FEB-9799-955D4C161467}"/>
          </ac:grpSpMkLst>
        </pc:grpChg>
      </pc:sldChg>
      <pc:sldChg chg="addSp delSp modSp new mod ord modShow modNotesTx">
        <pc:chgData name="Jim Jonathan Anderssen" userId="8ebda020-6fa4-49f3-a387-53a193bbe15b" providerId="ADAL" clId="{BF4F0A47-7B27-539E-94B4-1D4CB986F577}" dt="2026-02-06T08:48:45.755" v="14672" actId="729"/>
        <pc:sldMkLst>
          <pc:docMk/>
          <pc:sldMk cId="3524912612" sldId="264"/>
        </pc:sldMkLst>
        <pc:spChg chg="mod">
          <ac:chgData name="Jim Jonathan Anderssen" userId="8ebda020-6fa4-49f3-a387-53a193bbe15b" providerId="ADAL" clId="{BF4F0A47-7B27-539E-94B4-1D4CB986F577}" dt="2026-02-05T08:47:37.893" v="4224"/>
          <ac:spMkLst>
            <pc:docMk/>
            <pc:sldMk cId="3524912612" sldId="264"/>
            <ac:spMk id="2" creationId="{98FB5B2B-B59A-7551-3A48-2BDF0317FA6A}"/>
          </ac:spMkLst>
        </pc:spChg>
        <pc:picChg chg="add mod">
          <ac:chgData name="Jim Jonathan Anderssen" userId="8ebda020-6fa4-49f3-a387-53a193bbe15b" providerId="ADAL" clId="{BF4F0A47-7B27-539E-94B4-1D4CB986F577}" dt="2026-02-05T08:47:37.893" v="4224"/>
          <ac:picMkLst>
            <pc:docMk/>
            <pc:sldMk cId="3524912612" sldId="264"/>
            <ac:picMk id="5" creationId="{07560DDF-59A1-CD18-9EC6-8113AD4811F7}"/>
          </ac:picMkLst>
        </pc:picChg>
      </pc:sldChg>
      <pc:sldChg chg="addSp modSp new mod modAnim">
        <pc:chgData name="Jim Jonathan Anderssen" userId="8ebda020-6fa4-49f3-a387-53a193bbe15b" providerId="ADAL" clId="{BF4F0A47-7B27-539E-94B4-1D4CB986F577}" dt="2026-02-06T07:08:04.216" v="12964" actId="14"/>
        <pc:sldMkLst>
          <pc:docMk/>
          <pc:sldMk cId="1104118023" sldId="265"/>
        </pc:sldMkLst>
        <pc:spChg chg="mod">
          <ac:chgData name="Jim Jonathan Anderssen" userId="8ebda020-6fa4-49f3-a387-53a193bbe15b" providerId="ADAL" clId="{BF4F0A47-7B27-539E-94B4-1D4CB986F577}" dt="2026-02-05T10:25:42.667" v="7169" actId="20577"/>
          <ac:spMkLst>
            <pc:docMk/>
            <pc:sldMk cId="1104118023" sldId="265"/>
            <ac:spMk id="2" creationId="{ED6710C4-3B2C-D8F1-C658-F5B197470726}"/>
          </ac:spMkLst>
        </pc:spChg>
        <pc:spChg chg="mod">
          <ac:chgData name="Jim Jonathan Anderssen" userId="8ebda020-6fa4-49f3-a387-53a193bbe15b" providerId="ADAL" clId="{BF4F0A47-7B27-539E-94B4-1D4CB986F577}" dt="2026-02-06T07:08:04.216" v="12964" actId="14"/>
          <ac:spMkLst>
            <pc:docMk/>
            <pc:sldMk cId="1104118023" sldId="265"/>
            <ac:spMk id="3" creationId="{1A8A62F7-F28F-437F-21BC-8B685AFA61C5}"/>
          </ac:spMkLst>
        </pc:spChg>
        <pc:picChg chg="add mod modCrop">
          <ac:chgData name="Jim Jonathan Anderssen" userId="8ebda020-6fa4-49f3-a387-53a193bbe15b" providerId="ADAL" clId="{BF4F0A47-7B27-539E-94B4-1D4CB986F577}" dt="2026-02-05T12:19:26.412" v="8875" actId="1076"/>
          <ac:picMkLst>
            <pc:docMk/>
            <pc:sldMk cId="1104118023" sldId="265"/>
            <ac:picMk id="5" creationId="{2E3E5A5C-0826-12A1-2303-6B8C54E4C26E}"/>
          </ac:picMkLst>
        </pc:picChg>
        <pc:picChg chg="add mod modCrop">
          <ac:chgData name="Jim Jonathan Anderssen" userId="8ebda020-6fa4-49f3-a387-53a193bbe15b" providerId="ADAL" clId="{BF4F0A47-7B27-539E-94B4-1D4CB986F577}" dt="2026-02-05T12:19:42.544" v="8879" actId="1076"/>
          <ac:picMkLst>
            <pc:docMk/>
            <pc:sldMk cId="1104118023" sldId="265"/>
            <ac:picMk id="7" creationId="{7DC11A5C-F4D3-38DF-4F46-304FD3DEF355}"/>
          </ac:picMkLst>
        </pc:picChg>
        <pc:picChg chg="add mod">
          <ac:chgData name="Jim Jonathan Anderssen" userId="8ebda020-6fa4-49f3-a387-53a193bbe15b" providerId="ADAL" clId="{BF4F0A47-7B27-539E-94B4-1D4CB986F577}" dt="2026-02-05T12:19:47.343" v="8880" actId="1076"/>
          <ac:picMkLst>
            <pc:docMk/>
            <pc:sldMk cId="1104118023" sldId="265"/>
            <ac:picMk id="9" creationId="{A0D504F6-E558-3301-E968-E22FE711576B}"/>
          </ac:picMkLst>
        </pc:picChg>
      </pc:sldChg>
      <pc:sldChg chg="modSp new mod">
        <pc:chgData name="Jim Jonathan Anderssen" userId="8ebda020-6fa4-49f3-a387-53a193bbe15b" providerId="ADAL" clId="{BF4F0A47-7B27-539E-94B4-1D4CB986F577}" dt="2026-02-06T08:45:35.839" v="14671" actId="20577"/>
        <pc:sldMkLst>
          <pc:docMk/>
          <pc:sldMk cId="2997774788" sldId="266"/>
        </pc:sldMkLst>
        <pc:spChg chg="mod">
          <ac:chgData name="Jim Jonathan Anderssen" userId="8ebda020-6fa4-49f3-a387-53a193bbe15b" providerId="ADAL" clId="{BF4F0A47-7B27-539E-94B4-1D4CB986F577}" dt="2026-02-05T10:25:47.364" v="7182" actId="20577"/>
          <ac:spMkLst>
            <pc:docMk/>
            <pc:sldMk cId="2997774788" sldId="266"/>
            <ac:spMk id="2" creationId="{DC2EE1AC-7B7B-DA43-B119-34817949229A}"/>
          </ac:spMkLst>
        </pc:spChg>
        <pc:spChg chg="mod">
          <ac:chgData name="Jim Jonathan Anderssen" userId="8ebda020-6fa4-49f3-a387-53a193bbe15b" providerId="ADAL" clId="{BF4F0A47-7B27-539E-94B4-1D4CB986F577}" dt="2026-02-06T08:45:35.839" v="14671" actId="20577"/>
          <ac:spMkLst>
            <pc:docMk/>
            <pc:sldMk cId="2997774788" sldId="266"/>
            <ac:spMk id="3" creationId="{5A8D72F5-7B85-05F9-AC57-1B2071F78110}"/>
          </ac:spMkLst>
        </pc:spChg>
      </pc:sldChg>
      <pc:sldChg chg="modSp new del mod">
        <pc:chgData name="Jim Jonathan Anderssen" userId="8ebda020-6fa4-49f3-a387-53a193bbe15b" providerId="ADAL" clId="{BF4F0A47-7B27-539E-94B4-1D4CB986F577}" dt="2026-02-06T08:03:08.167" v="14239" actId="2696"/>
        <pc:sldMkLst>
          <pc:docMk/>
          <pc:sldMk cId="105749020" sldId="267"/>
        </pc:sldMkLst>
        <pc:spChg chg="mod">
          <ac:chgData name="Jim Jonathan Anderssen" userId="8ebda020-6fa4-49f3-a387-53a193bbe15b" providerId="ADAL" clId="{BF4F0A47-7B27-539E-94B4-1D4CB986F577}" dt="2026-02-06T07:07:06.573" v="12956" actId="20577"/>
          <ac:spMkLst>
            <pc:docMk/>
            <pc:sldMk cId="105749020" sldId="267"/>
            <ac:spMk id="2" creationId="{99E19A84-7AEF-3907-AA8B-93F58A05A0D4}"/>
          </ac:spMkLst>
        </pc:spChg>
        <pc:spChg chg="mod">
          <ac:chgData name="Jim Jonathan Anderssen" userId="8ebda020-6fa4-49f3-a387-53a193bbe15b" providerId="ADAL" clId="{BF4F0A47-7B27-539E-94B4-1D4CB986F577}" dt="2026-02-06T08:02:56.965" v="14233" actId="21"/>
          <ac:spMkLst>
            <pc:docMk/>
            <pc:sldMk cId="105749020" sldId="267"/>
            <ac:spMk id="3" creationId="{AEDE27C2-8D58-3ADC-CE91-9FED6CFE337B}"/>
          </ac:spMkLst>
        </pc:spChg>
      </pc:sldChg>
      <pc:sldChg chg="delSp add del setBg delDesignElem">
        <pc:chgData name="Jim Jonathan Anderssen" userId="8ebda020-6fa4-49f3-a387-53a193bbe15b" providerId="ADAL" clId="{BF4F0A47-7B27-539E-94B4-1D4CB986F577}" dt="2026-02-05T19:49:34.992" v="12528" actId="2696"/>
        <pc:sldMkLst>
          <pc:docMk/>
          <pc:sldMk cId="2824084820" sldId="267"/>
        </pc:sldMkLst>
        <pc:spChg chg="del">
          <ac:chgData name="Jim Jonathan Anderssen" userId="8ebda020-6fa4-49f3-a387-53a193bbe15b" providerId="ADAL" clId="{BF4F0A47-7B27-539E-94B4-1D4CB986F577}" dt="2026-02-05T19:49:24.314" v="12527"/>
          <ac:spMkLst>
            <pc:docMk/>
            <pc:sldMk cId="2824084820" sldId="267"/>
            <ac:spMk id="66" creationId="{0EDB941F-5E40-D612-0159-7B354631D8AD}"/>
          </ac:spMkLst>
        </pc:spChg>
        <pc:spChg chg="del">
          <ac:chgData name="Jim Jonathan Anderssen" userId="8ebda020-6fa4-49f3-a387-53a193bbe15b" providerId="ADAL" clId="{BF4F0A47-7B27-539E-94B4-1D4CB986F577}" dt="2026-02-05T19:49:24.314" v="12527"/>
          <ac:spMkLst>
            <pc:docMk/>
            <pc:sldMk cId="2824084820" sldId="267"/>
            <ac:spMk id="68" creationId="{2692EE70-1A4A-78B1-8A0E-D31354B68982}"/>
          </ac:spMkLst>
        </pc:spChg>
        <pc:spChg chg="del">
          <ac:chgData name="Jim Jonathan Anderssen" userId="8ebda020-6fa4-49f3-a387-53a193bbe15b" providerId="ADAL" clId="{BF4F0A47-7B27-539E-94B4-1D4CB986F577}" dt="2026-02-05T19:49:24.314" v="12527"/>
          <ac:spMkLst>
            <pc:docMk/>
            <pc:sldMk cId="2824084820" sldId="267"/>
            <ac:spMk id="70" creationId="{D0965128-8EFA-0A9C-EDB6-FC1C0625EB35}"/>
          </ac:spMkLst>
        </pc:spChg>
        <pc:spChg chg="del">
          <ac:chgData name="Jim Jonathan Anderssen" userId="8ebda020-6fa4-49f3-a387-53a193bbe15b" providerId="ADAL" clId="{BF4F0A47-7B27-539E-94B4-1D4CB986F577}" dt="2026-02-05T19:49:24.314" v="12527"/>
          <ac:spMkLst>
            <pc:docMk/>
            <pc:sldMk cId="2824084820" sldId="267"/>
            <ac:spMk id="72" creationId="{1A42A04E-EC2D-7C0D-30CA-33A6D7C746DA}"/>
          </ac:spMkLst>
        </pc:spChg>
        <pc:spChg chg="del">
          <ac:chgData name="Jim Jonathan Anderssen" userId="8ebda020-6fa4-49f3-a387-53a193bbe15b" providerId="ADAL" clId="{BF4F0A47-7B27-539E-94B4-1D4CB986F577}" dt="2026-02-05T19:49:24.314" v="12527"/>
          <ac:spMkLst>
            <pc:docMk/>
            <pc:sldMk cId="2824084820" sldId="267"/>
            <ac:spMk id="74" creationId="{A02B6FE4-2285-F671-344D-7C40CC7F53B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FI"/>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57CA9C-DA5A-9D40-BD7C-01CEB772DCFB}" type="datetimeFigureOut">
              <a:rPr lang="en-FI" smtClean="0"/>
              <a:t>4.2.2026</a:t>
            </a:fld>
            <a:endParaRPr lang="en-FI"/>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FI"/>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FI"/>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548D84-DAA1-2342-8575-DBFF982A0DC4}" type="slidenum">
              <a:rPr lang="en-FI" smtClean="0"/>
              <a:t>‹#›</a:t>
            </a:fld>
            <a:endParaRPr lang="en-FI"/>
          </a:p>
        </p:txBody>
      </p:sp>
    </p:spTree>
    <p:extLst>
      <p:ext uri="{BB962C8B-B14F-4D97-AF65-F5344CB8AC3E}">
        <p14:creationId xmlns:p14="http://schemas.microsoft.com/office/powerpoint/2010/main" val="283098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FI" dirty="0"/>
              <a:t>Graham and I have been discussing over the Autumn to continue in some form where we finished last spring. I started around Christmas to generate some ideas and today I’m showing you what I think is a strong concept.</a:t>
            </a:r>
          </a:p>
        </p:txBody>
      </p:sp>
      <p:sp>
        <p:nvSpPr>
          <p:cNvPr id="4" name="Slide Number Placeholder 3"/>
          <p:cNvSpPr>
            <a:spLocks noGrp="1"/>
          </p:cNvSpPr>
          <p:nvPr>
            <p:ph type="sldNum" sz="quarter" idx="5"/>
          </p:nvPr>
        </p:nvSpPr>
        <p:spPr/>
        <p:txBody>
          <a:bodyPr/>
          <a:lstStyle/>
          <a:p>
            <a:fld id="{32548D84-DAA1-2342-8575-DBFF982A0DC4}" type="slidenum">
              <a:rPr lang="en-FI" smtClean="0"/>
              <a:t>1</a:t>
            </a:fld>
            <a:endParaRPr lang="en-FI"/>
          </a:p>
        </p:txBody>
      </p:sp>
    </p:spTree>
    <p:extLst>
      <p:ext uri="{BB962C8B-B14F-4D97-AF65-F5344CB8AC3E}">
        <p14:creationId xmlns:p14="http://schemas.microsoft.com/office/powerpoint/2010/main" val="23726040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FI" dirty="0"/>
              <a:t>Here's </a:t>
            </a:r>
            <a:r>
              <a:rPr lang="en-FI"/>
              <a:t>the agenda for </a:t>
            </a:r>
            <a:r>
              <a:rPr lang="en-FI" dirty="0"/>
              <a:t>today,</a:t>
            </a:r>
          </a:p>
          <a:p>
            <a:endParaRPr lang="en-FI" dirty="0"/>
          </a:p>
          <a:p>
            <a:r>
              <a:rPr lang="en-FI" dirty="0"/>
              <a:t>The first message of today is that this type of data-driven work has changed; Since the end of last year, with the latest updates in AI assistants. The execution capacity has increased by 10x atleast, which means we can suddenly do a lot more in a lot less time. </a:t>
            </a:r>
          </a:p>
          <a:p>
            <a:endParaRPr lang="en-FI" dirty="0"/>
          </a:p>
          <a:p>
            <a:pPr marL="0" marR="0" lvl="0" indent="0" algn="l" defTabSz="914400" rtl="0" eaLnBrk="1" fontAlgn="auto" latinLnBrk="0" hangingPunct="1">
              <a:lnSpc>
                <a:spcPct val="100000"/>
              </a:lnSpc>
              <a:spcBef>
                <a:spcPts val="0"/>
              </a:spcBef>
              <a:spcAft>
                <a:spcPts val="0"/>
              </a:spcAft>
              <a:buClrTx/>
              <a:buSzTx/>
              <a:buFontTx/>
              <a:buNone/>
              <a:tabLst/>
              <a:defRPr/>
            </a:pPr>
            <a:r>
              <a:rPr lang="en-FI" dirty="0"/>
              <a:t>The bottleneck for this type of work has moved from execution, to management, data access, reviewing and validation. N</a:t>
            </a:r>
            <a:r>
              <a:rPr lang="en-GB" dirty="0"/>
              <a:t>o</a:t>
            </a:r>
            <a:r>
              <a:rPr lang="en-FI" dirty="0"/>
              <a:t>w, no tool is without it's flaws and if you’re constantly executing at 10x and reviewing at 1x then you’re gonna be building things faster than you have time to review and validate. The right balance is a knife’s edge to be the most effective. I don’t think anyone has an answer to this issue yet...</a:t>
            </a:r>
          </a:p>
          <a:p>
            <a:endParaRPr lang="en-FI" dirty="0"/>
          </a:p>
          <a:p>
            <a:endParaRPr lang="en-FI" dirty="0"/>
          </a:p>
          <a:p>
            <a:r>
              <a:rPr lang="en-FI" dirty="0"/>
              <a:t>But most importantly, with this new capacity we should I think, be calibrating the ambition to be building the RIGHT things. Because of course if execution time is not a worry then a major part of the costs of the work has been removed, which I think opens a lot of doors.  </a:t>
            </a:r>
          </a:p>
          <a:p>
            <a:endParaRPr lang="en-FI" dirty="0"/>
          </a:p>
          <a:p>
            <a:endParaRPr lang="en-FI" dirty="0"/>
          </a:p>
          <a:p>
            <a:endParaRPr lang="en-FI" dirty="0"/>
          </a:p>
          <a:p>
            <a:r>
              <a:rPr lang="en-FI" dirty="0"/>
              <a:t>Keep in mind during this presentation that the work I’m gonna show you was started around Christmas, and for the first few weeks was done when my son was napping, or in the evenings. The last few weeks up to 20 hrs/week, and still I’ve managed to do more work than I’d be able to do in months previously. S</a:t>
            </a:r>
            <a:r>
              <a:rPr lang="en-GB" dirty="0"/>
              <a:t>o</a:t>
            </a:r>
            <a:r>
              <a:rPr lang="en-FI" dirty="0"/>
              <a:t>me of this time has been spent exploring, testing different ideas, some of which Graham has skimmed through already. This last version has taken shape during the last 2-3 weeks.</a:t>
            </a:r>
          </a:p>
        </p:txBody>
      </p:sp>
      <p:sp>
        <p:nvSpPr>
          <p:cNvPr id="4" name="Slide Number Placeholder 3"/>
          <p:cNvSpPr>
            <a:spLocks noGrp="1"/>
          </p:cNvSpPr>
          <p:nvPr>
            <p:ph type="sldNum" sz="quarter" idx="5"/>
          </p:nvPr>
        </p:nvSpPr>
        <p:spPr/>
        <p:txBody>
          <a:bodyPr/>
          <a:lstStyle/>
          <a:p>
            <a:fld id="{32548D84-DAA1-2342-8575-DBFF982A0DC4}" type="slidenum">
              <a:rPr lang="en-FI" smtClean="0"/>
              <a:t>2</a:t>
            </a:fld>
            <a:endParaRPr lang="en-FI"/>
          </a:p>
        </p:txBody>
      </p:sp>
    </p:spTree>
    <p:extLst>
      <p:ext uri="{BB962C8B-B14F-4D97-AF65-F5344CB8AC3E}">
        <p14:creationId xmlns:p14="http://schemas.microsoft.com/office/powerpoint/2010/main" val="288607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FI" dirty="0"/>
              <a:t>You probably know what the vision is but just to state it formally. The visions is very similar to what we've already discussed. </a:t>
            </a:r>
          </a:p>
          <a:p>
            <a:r>
              <a:rPr lang="en-FI" dirty="0"/>
              <a:t>------</a:t>
            </a:r>
          </a:p>
          <a:p>
            <a:endParaRPr lang="en-FI" dirty="0"/>
          </a:p>
          <a:p>
            <a:r>
              <a:rPr lang="en-FI" dirty="0"/>
              <a:t>There are more items on the wish list of this vision but this already gets us quite a long way.</a:t>
            </a:r>
          </a:p>
          <a:p>
            <a:endParaRPr lang="en-FI" dirty="0"/>
          </a:p>
          <a:p>
            <a:r>
              <a:rPr lang="en-FI" dirty="0"/>
              <a:t>I think today I’ve managed to tick most of these points, and what I’ll show you is a demo with a logical structure in place, but where the results are not accurate or verified. So there's work still to be done... but with the new execution capacity, it’s mostly a matter of planning, data access and computation.</a:t>
            </a:r>
          </a:p>
          <a:p>
            <a:endParaRPr lang="en-FI" dirty="0"/>
          </a:p>
          <a:p>
            <a:endParaRPr lang="en-FI" dirty="0"/>
          </a:p>
          <a:p>
            <a:endParaRPr lang="en-FI" dirty="0"/>
          </a:p>
          <a:p>
            <a:pPr marL="0" marR="0" lvl="0" indent="0" algn="l" defTabSz="914400" rtl="0" eaLnBrk="1" fontAlgn="auto" latinLnBrk="0" hangingPunct="1">
              <a:lnSpc>
                <a:spcPct val="100000"/>
              </a:lnSpc>
              <a:spcBef>
                <a:spcPts val="0"/>
              </a:spcBef>
              <a:spcAft>
                <a:spcPts val="0"/>
              </a:spcAft>
              <a:buClrTx/>
              <a:buSzTx/>
              <a:buFontTx/>
              <a:buNone/>
              <a:tabLst/>
              <a:defRPr/>
            </a:pPr>
            <a:r>
              <a:rPr lang="en-FI" dirty="0"/>
              <a:t>Basically we want to find facilities/regions with high amounts of generated process waste and high amount reported waste (preferably disposed waste), which means that they can’t internally or externally recover the waste.</a:t>
            </a:r>
          </a:p>
          <a:p>
            <a:endParaRPr lang="en-FI" dirty="0"/>
          </a:p>
        </p:txBody>
      </p:sp>
      <p:sp>
        <p:nvSpPr>
          <p:cNvPr id="4" name="Slide Number Placeholder 3"/>
          <p:cNvSpPr>
            <a:spLocks noGrp="1"/>
          </p:cNvSpPr>
          <p:nvPr>
            <p:ph type="sldNum" sz="quarter" idx="5"/>
          </p:nvPr>
        </p:nvSpPr>
        <p:spPr/>
        <p:txBody>
          <a:bodyPr/>
          <a:lstStyle/>
          <a:p>
            <a:fld id="{32548D84-DAA1-2342-8575-DBFF982A0DC4}" type="slidenum">
              <a:rPr lang="en-FI" smtClean="0"/>
              <a:t>3</a:t>
            </a:fld>
            <a:endParaRPr lang="en-FI"/>
          </a:p>
        </p:txBody>
      </p:sp>
    </p:spTree>
    <p:extLst>
      <p:ext uri="{BB962C8B-B14F-4D97-AF65-F5344CB8AC3E}">
        <p14:creationId xmlns:p14="http://schemas.microsoft.com/office/powerpoint/2010/main" val="34651493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Let's do a very brief example of a method from this vision, The numbers I’ve taken from SSAB environmental reports for now:</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last box require some assumptions which should be analysed if we’re to trust them absolutely but the logic is that: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A country reports national waste to Eurostat largely based on the environmental reports or surveys of companies.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A country with high amounts of reported waste relative to it’s total generation, likely has poor recovery pathways, since many ‘wastes’ get reclassified as by-products if recovery pathways exist.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Example is that SSAB </a:t>
            </a:r>
            <a:r>
              <a:rPr lang="en-GB" dirty="0" err="1"/>
              <a:t>Luleå</a:t>
            </a:r>
            <a:r>
              <a:rPr lang="en-GB" dirty="0"/>
              <a:t> generates 700 </a:t>
            </a:r>
            <a:r>
              <a:rPr lang="en-GB" dirty="0" err="1"/>
              <a:t>ktons</a:t>
            </a:r>
            <a:r>
              <a:rPr lang="en-GB" dirty="0"/>
              <a:t> of residues, whereas Sweden’s </a:t>
            </a:r>
            <a:r>
              <a:rPr lang="en-GB" dirty="0" err="1"/>
              <a:t>nace</a:t>
            </a:r>
            <a:r>
              <a:rPr lang="en-GB" dirty="0"/>
              <a:t> sectors C24_C25 only have a reported 1,1 Mt of reported total waste! So low amount of reported waste compared to generated waste -&gt; high recovery maturity.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real statement is, how large fraction of the reported national * Nace waste can be allocated to SSAB </a:t>
            </a:r>
            <a:r>
              <a:rPr lang="en-GB" dirty="0" err="1"/>
              <a:t>Luleå</a:t>
            </a:r>
            <a:r>
              <a:rPr lang="en-GB" dirty="0"/>
              <a:t>)</a:t>
            </a:r>
          </a:p>
          <a:p>
            <a:endParaRPr lang="en-FI" dirty="0"/>
          </a:p>
        </p:txBody>
      </p:sp>
      <p:sp>
        <p:nvSpPr>
          <p:cNvPr id="4" name="Slide Number Placeholder 3"/>
          <p:cNvSpPr>
            <a:spLocks noGrp="1"/>
          </p:cNvSpPr>
          <p:nvPr>
            <p:ph type="sldNum" sz="quarter" idx="5"/>
          </p:nvPr>
        </p:nvSpPr>
        <p:spPr/>
        <p:txBody>
          <a:bodyPr/>
          <a:lstStyle/>
          <a:p>
            <a:fld id="{32548D84-DAA1-2342-8575-DBFF982A0DC4}" type="slidenum">
              <a:rPr lang="en-FI" smtClean="0"/>
              <a:t>4</a:t>
            </a:fld>
            <a:endParaRPr lang="en-FI"/>
          </a:p>
        </p:txBody>
      </p:sp>
    </p:spTree>
    <p:extLst>
      <p:ext uri="{BB962C8B-B14F-4D97-AF65-F5344CB8AC3E}">
        <p14:creationId xmlns:p14="http://schemas.microsoft.com/office/powerpoint/2010/main" val="8269519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FI" dirty="0"/>
              <a:t>As a flow diagram it looks like this: First we classify and estimate, then allocate. Calculate recovery maturity indicator, Put all this in a clustering algorithm and find interesting regions for recovery streams for Ragn-sells.</a:t>
            </a:r>
          </a:p>
        </p:txBody>
      </p:sp>
      <p:sp>
        <p:nvSpPr>
          <p:cNvPr id="4" name="Slide Number Placeholder 3"/>
          <p:cNvSpPr>
            <a:spLocks noGrp="1"/>
          </p:cNvSpPr>
          <p:nvPr>
            <p:ph type="sldNum" sz="quarter" idx="5"/>
          </p:nvPr>
        </p:nvSpPr>
        <p:spPr/>
        <p:txBody>
          <a:bodyPr/>
          <a:lstStyle/>
          <a:p>
            <a:fld id="{32548D84-DAA1-2342-8575-DBFF982A0DC4}" type="slidenum">
              <a:rPr lang="en-FI" smtClean="0"/>
              <a:t>5</a:t>
            </a:fld>
            <a:endParaRPr lang="en-FI"/>
          </a:p>
        </p:txBody>
      </p:sp>
    </p:spTree>
    <p:extLst>
      <p:ext uri="{BB962C8B-B14F-4D97-AF65-F5344CB8AC3E}">
        <p14:creationId xmlns:p14="http://schemas.microsoft.com/office/powerpoint/2010/main" val="41371812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FI" dirty="0"/>
              <a:t>Now this is a data application and since the numbers are not accurate yet, it provides no value for now, but once we calibrate it we have a record of all European industrial wastes, including showing the areas we’re recovery maturity is lacking.</a:t>
            </a:r>
          </a:p>
          <a:p>
            <a:endParaRPr lang="en-FI" dirty="0"/>
          </a:p>
          <a:p>
            <a:r>
              <a:rPr lang="en-FI" dirty="0"/>
              <a:t>More data and functionality can be added on to this.</a:t>
            </a:r>
          </a:p>
          <a:p>
            <a:endParaRPr lang="en-FI" dirty="0"/>
          </a:p>
          <a:p>
            <a:r>
              <a:rPr lang="en-FI" dirty="0"/>
              <a:t>- Oxide composition etc. and do queries in a subgroup based on CaO etc.</a:t>
            </a:r>
          </a:p>
          <a:p>
            <a:r>
              <a:rPr lang="en-FI" dirty="0"/>
              <a:t>- Queries of:</a:t>
            </a:r>
          </a:p>
          <a:p>
            <a:r>
              <a:rPr lang="en-FI" dirty="0"/>
              <a:t>	-  Specfic waste types (low recovery maturity of BOF slag).</a:t>
            </a:r>
          </a:p>
          <a:p>
            <a:r>
              <a:rPr lang="en-FI" dirty="0"/>
              <a:t>	- CaO amounts in a subgroup</a:t>
            </a:r>
          </a:p>
          <a:p>
            <a:r>
              <a:rPr lang="en-FI" dirty="0"/>
              <a:t>		</a:t>
            </a:r>
          </a:p>
          <a:p>
            <a:r>
              <a:rPr lang="en-FI" dirty="0"/>
              <a:t>- Overlay logistical networks</a:t>
            </a:r>
          </a:p>
          <a:p>
            <a:endParaRPr lang="en-FI" dirty="0"/>
          </a:p>
          <a:p>
            <a:r>
              <a:rPr lang="en-FI" dirty="0"/>
              <a:t>Since results are not accurate now, I need to first correct data quality issues (missing data leading to overestimation etc.), then with optimising and validation we should be able to get close enough where this can be trusted and utilised.</a:t>
            </a:r>
          </a:p>
        </p:txBody>
      </p:sp>
      <p:sp>
        <p:nvSpPr>
          <p:cNvPr id="4" name="Slide Number Placeholder 3"/>
          <p:cNvSpPr>
            <a:spLocks noGrp="1"/>
          </p:cNvSpPr>
          <p:nvPr>
            <p:ph type="sldNum" sz="quarter" idx="5"/>
          </p:nvPr>
        </p:nvSpPr>
        <p:spPr/>
        <p:txBody>
          <a:bodyPr/>
          <a:lstStyle/>
          <a:p>
            <a:fld id="{32548D84-DAA1-2342-8575-DBFF982A0DC4}" type="slidenum">
              <a:rPr lang="en-FI" smtClean="0"/>
              <a:t>6</a:t>
            </a:fld>
            <a:endParaRPr lang="en-FI"/>
          </a:p>
        </p:txBody>
      </p:sp>
    </p:spTree>
    <p:extLst>
      <p:ext uri="{BB962C8B-B14F-4D97-AF65-F5344CB8AC3E}">
        <p14:creationId xmlns:p14="http://schemas.microsoft.com/office/powerpoint/2010/main" val="2569545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I" dirty="0"/>
          </a:p>
        </p:txBody>
      </p:sp>
      <p:sp>
        <p:nvSpPr>
          <p:cNvPr id="4" name="Slide Number Placeholder 3"/>
          <p:cNvSpPr>
            <a:spLocks noGrp="1"/>
          </p:cNvSpPr>
          <p:nvPr>
            <p:ph type="sldNum" sz="quarter" idx="5"/>
          </p:nvPr>
        </p:nvSpPr>
        <p:spPr/>
        <p:txBody>
          <a:bodyPr/>
          <a:lstStyle/>
          <a:p>
            <a:fld id="{32548D84-DAA1-2342-8575-DBFF982A0DC4}" type="slidenum">
              <a:rPr lang="en-FI" smtClean="0"/>
              <a:t>7</a:t>
            </a:fld>
            <a:endParaRPr lang="en-FI"/>
          </a:p>
        </p:txBody>
      </p:sp>
    </p:spTree>
    <p:extLst>
      <p:ext uri="{BB962C8B-B14F-4D97-AF65-F5344CB8AC3E}">
        <p14:creationId xmlns:p14="http://schemas.microsoft.com/office/powerpoint/2010/main" val="3986239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FI" dirty="0"/>
              <a:t>Concept and potential feels strong, there’s many issues still to be resolved but with todays execution capacity with agentic AI, the issue is mostly getting the right data and coercing it well enough. Getting this to a working level feels like it is within reach even with a relatively small budget, and the potential outcome/payback is large.</a:t>
            </a:r>
          </a:p>
          <a:p>
            <a:endParaRPr lang="en-FI" dirty="0"/>
          </a:p>
          <a:p>
            <a:r>
              <a:rPr lang="en-FI" dirty="0"/>
              <a:t>I’ve sent a bunch of other datasets for Graham to take a look at, that could be interesting as well, but this is a packaged concept that feels strong.</a:t>
            </a:r>
          </a:p>
          <a:p>
            <a:endParaRPr lang="en-FI"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Other datasets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GEM tracker for all steelmaking plants in Europe (validation data for the classifier)</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Lots of regional off-site hazardous waste transfers to Recovery would indicate there are competent regional actors handling waste (E-PRTR off-site waste transfers).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err="1"/>
              <a:t>Discrepency</a:t>
            </a:r>
            <a:r>
              <a:rPr lang="en-GB" dirty="0"/>
              <a:t> between generated process wastes and off-site waste transfer (Any moderately environmentally ambitious facility would be reporting a certain amount of waste to R/D)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Waste recovery capacity in adjacent regions (</a:t>
            </a:r>
            <a:r>
              <a:rPr lang="en-GB" dirty="0" err="1"/>
              <a:t>was_fac</a:t>
            </a:r>
            <a:r>
              <a:rPr lang="en-GB" dirty="0"/>
              <a:t>) (Eurostat)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Waste treatment of certain waste codes </a:t>
            </a:r>
            <a:r>
              <a:rPr lang="en-GB" dirty="0" err="1"/>
              <a:t>ina</a:t>
            </a:r>
            <a:r>
              <a:rPr lang="en-GB" dirty="0"/>
              <a:t> country (</a:t>
            </a:r>
            <a:r>
              <a:rPr lang="en-GB" dirty="0" err="1"/>
              <a:t>was_trt</a:t>
            </a:r>
            <a:r>
              <a:rPr lang="en-GB" dirty="0"/>
              <a: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Trade in recyclable raw materials (</a:t>
            </a:r>
            <a:r>
              <a:rPr lang="en-GB" dirty="0" err="1"/>
              <a:t>env_trdrrm</a:t>
            </a:r>
            <a:r>
              <a:rPr lang="en-GB" dirty="0"/>
              <a: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MFA (Domestic material inputs/reported waste etc.)</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GB" dirty="0"/>
          </a:p>
          <a:p>
            <a:endParaRPr lang="en-FI" dirty="0"/>
          </a:p>
        </p:txBody>
      </p:sp>
      <p:sp>
        <p:nvSpPr>
          <p:cNvPr id="4" name="Slide Number Placeholder 3"/>
          <p:cNvSpPr>
            <a:spLocks noGrp="1"/>
          </p:cNvSpPr>
          <p:nvPr>
            <p:ph type="sldNum" sz="quarter" idx="5"/>
          </p:nvPr>
        </p:nvSpPr>
        <p:spPr/>
        <p:txBody>
          <a:bodyPr/>
          <a:lstStyle/>
          <a:p>
            <a:fld id="{32548D84-DAA1-2342-8575-DBFF982A0DC4}" type="slidenum">
              <a:rPr lang="en-FI" smtClean="0"/>
              <a:t>10</a:t>
            </a:fld>
            <a:endParaRPr lang="en-FI"/>
          </a:p>
        </p:txBody>
      </p:sp>
    </p:spTree>
    <p:extLst>
      <p:ext uri="{BB962C8B-B14F-4D97-AF65-F5344CB8AC3E}">
        <p14:creationId xmlns:p14="http://schemas.microsoft.com/office/powerpoint/2010/main" val="36601419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FI" dirty="0"/>
              <a:t>A country with stagnant waste trends, might still be recovering waste at a similar pace, but it seems likely that such recovery is probably a lower form of recovery. If it’s a higher form of recovery, that recovery would have a higher economic impact and the “waste” would stop being considered waste, and more likely to be considered a SRM that provides value. (NEEDS more investigation).</a:t>
            </a:r>
          </a:p>
        </p:txBody>
      </p:sp>
      <p:sp>
        <p:nvSpPr>
          <p:cNvPr id="4" name="Slide Number Placeholder 3"/>
          <p:cNvSpPr>
            <a:spLocks noGrp="1"/>
          </p:cNvSpPr>
          <p:nvPr>
            <p:ph type="sldNum" sz="quarter" idx="5"/>
          </p:nvPr>
        </p:nvSpPr>
        <p:spPr/>
        <p:txBody>
          <a:bodyPr/>
          <a:lstStyle/>
          <a:p>
            <a:fld id="{32548D84-DAA1-2342-8575-DBFF982A0DC4}" type="slidenum">
              <a:rPr lang="en-FI" smtClean="0"/>
              <a:t>11</a:t>
            </a:fld>
            <a:endParaRPr lang="en-FI"/>
          </a:p>
        </p:txBody>
      </p:sp>
    </p:spTree>
    <p:extLst>
      <p:ext uri="{BB962C8B-B14F-4D97-AF65-F5344CB8AC3E}">
        <p14:creationId xmlns:p14="http://schemas.microsoft.com/office/powerpoint/2010/main" val="792465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A3F5928-D955-456A-97B5-AA390B8CE9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extBox 1"/>
          <p:cNvSpPr txBox="1"/>
          <p:nvPr/>
        </p:nvSpPr>
        <p:spPr>
          <a:xfrm>
            <a:off x="1256275" y="2271449"/>
            <a:ext cx="9679449" cy="2847058"/>
          </a:xfrm>
          <a:prstGeom prst="rect">
            <a:avLst/>
          </a:prstGeom>
        </p:spPr>
        <p:txBody>
          <a:bodyPr vert="horz" lIns="91440" tIns="45720" rIns="91440" bIns="45720" rtlCol="0" anchor="b">
            <a:normAutofit/>
          </a:bodyPr>
          <a:lstStyle/>
          <a:p>
            <a:pPr defTabSz="914400">
              <a:lnSpc>
                <a:spcPct val="90000"/>
              </a:lnSpc>
              <a:spcBef>
                <a:spcPct val="0"/>
              </a:spcBef>
              <a:spcAft>
                <a:spcPts val="600"/>
              </a:spcAft>
              <a:defRPr sz="4400" b="1"/>
            </a:pPr>
            <a:r>
              <a:rPr lang="en-US" sz="6200" kern="1200" dirty="0">
                <a:solidFill>
                  <a:srgbClr val="FFFFFF"/>
                </a:solidFill>
                <a:latin typeface="+mj-lt"/>
                <a:ea typeface="+mj-ea"/>
                <a:cs typeface="+mj-cs"/>
              </a:rPr>
              <a:t>AI developments and M&amp;M</a:t>
            </a:r>
          </a:p>
          <a:p>
            <a:pPr defTabSz="914400">
              <a:lnSpc>
                <a:spcPct val="90000"/>
              </a:lnSpc>
              <a:spcBef>
                <a:spcPct val="0"/>
              </a:spcBef>
              <a:spcAft>
                <a:spcPts val="600"/>
              </a:spcAft>
              <a:defRPr sz="2800"/>
            </a:pPr>
            <a:r>
              <a:rPr lang="en-US" sz="3600" kern="1200" dirty="0">
                <a:solidFill>
                  <a:srgbClr val="FFFFFF"/>
                </a:solidFill>
                <a:latin typeface="+mj-lt"/>
                <a:ea typeface="+mj-ea"/>
                <a:cs typeface="+mj-cs"/>
              </a:rPr>
              <a:t>6 February</a:t>
            </a:r>
          </a:p>
        </p:txBody>
      </p:sp>
      <p:cxnSp>
        <p:nvCxnSpPr>
          <p:cNvPr id="27" name="Straight Connector 26">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8453437"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28"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4954" y="2875093"/>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29"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3734" y="31043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30"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414" y="361953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0F24D38-B79E-44B4-830E-043F45D9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620742"/>
            <a:ext cx="10515600" cy="1325563"/>
          </a:xfrm>
        </p:spPr>
        <p:txBody>
          <a:bodyPr vert="horz" lIns="91440" tIns="45720" rIns="91440" bIns="45720" rtlCol="0" anchor="ctr">
            <a:normAutofit/>
          </a:bodyPr>
          <a:lstStyle/>
          <a:p>
            <a:pPr algn="l" defTabSz="914400">
              <a:lnSpc>
                <a:spcPct val="90000"/>
              </a:lnSpc>
            </a:pPr>
            <a:r>
              <a:rPr lang="en-US" kern="1200">
                <a:solidFill>
                  <a:srgbClr val="FFFFFF"/>
                </a:solidFill>
                <a:latin typeface="+mj-lt"/>
                <a:ea typeface="+mj-ea"/>
                <a:cs typeface="+mj-cs"/>
              </a:rPr>
              <a:t>Agenda</a:t>
            </a:r>
          </a:p>
        </p:txBody>
      </p:sp>
      <p:cxnSp>
        <p:nvCxnSpPr>
          <p:cNvPr id="23" name="Straight Connector 22">
            <a:extLst>
              <a:ext uri="{FF2B5EF4-FFF2-40B4-BE49-F238E27FC236}">
                <a16:creationId xmlns:a16="http://schemas.microsoft.com/office/drawing/2014/main" id="{FC469874-256B-45B3-A79C-7591B4BA1E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838200" y="2266345"/>
            <a:ext cx="5257800" cy="3825697"/>
          </a:xfrm>
        </p:spPr>
        <p:txBody>
          <a:bodyPr vert="horz" lIns="91440" tIns="45720" rIns="91440" bIns="45720" rtlCol="0">
            <a:normAutofit/>
          </a:bodyPr>
          <a:lstStyle/>
          <a:p>
            <a:pPr indent="-228600" defTabSz="914400">
              <a:lnSpc>
                <a:spcPct val="90000"/>
              </a:lnSpc>
              <a:buFont typeface="Arial" panose="020B0604020202020204" pitchFamily="34" charset="0"/>
              <a:buChar char="•"/>
              <a:defRPr sz="2000"/>
            </a:pPr>
            <a:r>
              <a:rPr lang="en-US" sz="1600" dirty="0">
                <a:solidFill>
                  <a:srgbClr val="FFFFFF"/>
                </a:solidFill>
              </a:rPr>
              <a:t>Capabilities with agentic developments</a:t>
            </a:r>
          </a:p>
          <a:p>
            <a:pPr indent="-228600" defTabSz="914400">
              <a:lnSpc>
                <a:spcPct val="90000"/>
              </a:lnSpc>
              <a:buFont typeface="Arial" panose="020B0604020202020204" pitchFamily="34" charset="0"/>
              <a:buChar char="•"/>
              <a:defRPr sz="2000"/>
            </a:pPr>
            <a:r>
              <a:rPr lang="en-US" sz="1600" dirty="0">
                <a:solidFill>
                  <a:srgbClr val="FFFFFF"/>
                </a:solidFill>
              </a:rPr>
              <a:t>Goals/vision</a:t>
            </a:r>
          </a:p>
          <a:p>
            <a:pPr indent="-228600" defTabSz="914400">
              <a:lnSpc>
                <a:spcPct val="90000"/>
              </a:lnSpc>
              <a:buFont typeface="Arial" panose="020B0604020202020204" pitchFamily="34" charset="0"/>
              <a:buChar char="•"/>
              <a:defRPr sz="2000"/>
            </a:pPr>
            <a:r>
              <a:rPr lang="en-US" sz="1600" dirty="0">
                <a:solidFill>
                  <a:srgbClr val="FFFFFF"/>
                </a:solidFill>
              </a:rPr>
              <a:t>Basic facility example</a:t>
            </a:r>
          </a:p>
          <a:p>
            <a:pPr indent="-228600" defTabSz="914400">
              <a:lnSpc>
                <a:spcPct val="90000"/>
              </a:lnSpc>
              <a:buFont typeface="Arial" panose="020B0604020202020204" pitchFamily="34" charset="0"/>
              <a:buChar char="•"/>
              <a:defRPr sz="2000"/>
            </a:pPr>
            <a:r>
              <a:rPr lang="en-US" sz="1600" dirty="0">
                <a:solidFill>
                  <a:srgbClr val="FFFFFF"/>
                </a:solidFill>
              </a:rPr>
              <a:t>Demo of Pan-EU vision</a:t>
            </a:r>
          </a:p>
          <a:p>
            <a:pPr indent="-228600" defTabSz="914400">
              <a:lnSpc>
                <a:spcPct val="90000"/>
              </a:lnSpc>
              <a:buFont typeface="Arial" panose="020B0604020202020204" pitchFamily="34" charset="0"/>
              <a:buChar char="•"/>
              <a:defRPr sz="2000"/>
            </a:pPr>
            <a:r>
              <a:rPr lang="en-US" sz="1600" dirty="0">
                <a:solidFill>
                  <a:srgbClr val="FFFFFF"/>
                </a:solidFill>
              </a:rPr>
              <a:t>Overview of Data &amp; Method</a:t>
            </a:r>
          </a:p>
        </p:txBody>
      </p:sp>
      <p:sp>
        <p:nvSpPr>
          <p:cNvPr id="4" name="TextBox 3">
            <a:extLst>
              <a:ext uri="{FF2B5EF4-FFF2-40B4-BE49-F238E27FC236}">
                <a16:creationId xmlns:a16="http://schemas.microsoft.com/office/drawing/2014/main" id="{1FB414A6-0209-23F7-EF6B-D424492012E2}"/>
              </a:ext>
            </a:extLst>
          </p:cNvPr>
          <p:cNvSpPr txBox="1"/>
          <p:nvPr/>
        </p:nvSpPr>
        <p:spPr>
          <a:xfrm>
            <a:off x="6256020" y="2266345"/>
            <a:ext cx="5097780" cy="1510008"/>
          </a:xfrm>
          <a:prstGeom prst="rect">
            <a:avLst/>
          </a:prstGeo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pPr>
            <a:r>
              <a:rPr lang="en-US" sz="2000" dirty="0">
                <a:solidFill>
                  <a:srgbClr val="FFFFFF"/>
                </a:solidFill>
              </a:rPr>
              <a:t>Data-driven development has fundamentally changed:</a:t>
            </a:r>
          </a:p>
          <a:p>
            <a:pPr marL="285750" indent="-228600" defTabSz="914400">
              <a:lnSpc>
                <a:spcPct val="90000"/>
              </a:lnSpc>
              <a:spcAft>
                <a:spcPts val="600"/>
              </a:spcAft>
              <a:buFont typeface="Arial" panose="020B0604020202020204" pitchFamily="34" charset="0"/>
              <a:buChar char="•"/>
            </a:pPr>
            <a:r>
              <a:rPr lang="en-US" sz="2000" dirty="0">
                <a:solidFill>
                  <a:srgbClr val="FFFFFF"/>
                </a:solidFill>
              </a:rPr>
              <a:t>Execution capacity is 10x </a:t>
            </a:r>
            <a:r>
              <a:rPr lang="en-US" sz="2000" i="1" dirty="0">
                <a:solidFill>
                  <a:srgbClr val="FFFFFF"/>
                </a:solidFill>
              </a:rPr>
              <a:t>at least</a:t>
            </a:r>
          </a:p>
          <a:p>
            <a:pPr marL="742950" lvl="1" indent="-228600" defTabSz="914400">
              <a:lnSpc>
                <a:spcPct val="90000"/>
              </a:lnSpc>
              <a:spcAft>
                <a:spcPts val="600"/>
              </a:spcAft>
              <a:buFont typeface="Arial" panose="020B0604020202020204" pitchFamily="34" charset="0"/>
              <a:buChar char="•"/>
            </a:pPr>
            <a:r>
              <a:rPr lang="en-US" sz="2000" dirty="0">
                <a:solidFill>
                  <a:srgbClr val="FFFFFF"/>
                </a:solidFill>
              </a:rPr>
              <a:t>2-hour task takes 5 min etc..</a:t>
            </a:r>
          </a:p>
          <a:p>
            <a:pPr marL="285750" indent="-228600" defTabSz="914400">
              <a:lnSpc>
                <a:spcPct val="90000"/>
              </a:lnSpc>
              <a:spcAft>
                <a:spcPts val="600"/>
              </a:spcAft>
              <a:buFont typeface="Arial" panose="020B0604020202020204" pitchFamily="34" charset="0"/>
              <a:buChar char="•"/>
            </a:pPr>
            <a:endParaRPr lang="en-US" sz="2000" dirty="0">
              <a:solidFill>
                <a:srgbClr val="FFFFFF"/>
              </a:solidFill>
            </a:endParaRPr>
          </a:p>
          <a:p>
            <a:pPr marL="742950" lvl="1" indent="-228600" defTabSz="914400">
              <a:lnSpc>
                <a:spcPct val="90000"/>
              </a:lnSpc>
              <a:spcAft>
                <a:spcPts val="600"/>
              </a:spcAft>
              <a:buFont typeface="Arial" panose="020B0604020202020204" pitchFamily="34" charset="0"/>
              <a:buChar char="•"/>
            </a:pPr>
            <a:endParaRPr lang="en-US" sz="2000" dirty="0">
              <a:solidFill>
                <a:srgbClr val="FFFFFF"/>
              </a:solidFill>
            </a:endParaRPr>
          </a:p>
          <a:p>
            <a:pPr marL="742950" lvl="1" indent="-228600" defTabSz="914400">
              <a:lnSpc>
                <a:spcPct val="90000"/>
              </a:lnSpc>
              <a:spcAft>
                <a:spcPts val="600"/>
              </a:spcAft>
              <a:buFont typeface="Arial" panose="020B0604020202020204" pitchFamily="34" charset="0"/>
              <a:buChar char="•"/>
            </a:pPr>
            <a:endParaRPr lang="en-US" sz="2000" dirty="0">
              <a:solidFill>
                <a:srgbClr val="FFFFFF"/>
              </a:solidFill>
            </a:endParaRPr>
          </a:p>
        </p:txBody>
      </p:sp>
      <p:sp>
        <p:nvSpPr>
          <p:cNvPr id="5" name="TextBox 4">
            <a:extLst>
              <a:ext uri="{FF2B5EF4-FFF2-40B4-BE49-F238E27FC236}">
                <a16:creationId xmlns:a16="http://schemas.microsoft.com/office/drawing/2014/main" id="{38F9A26D-F0AF-C12E-6CF0-52498480366B}"/>
              </a:ext>
            </a:extLst>
          </p:cNvPr>
          <p:cNvSpPr txBox="1"/>
          <p:nvPr/>
        </p:nvSpPr>
        <p:spPr>
          <a:xfrm>
            <a:off x="6256020" y="4096987"/>
            <a:ext cx="5011387" cy="2416046"/>
          </a:xfrm>
          <a:prstGeom prst="rect">
            <a:avLst/>
          </a:prstGeom>
          <a:noFill/>
        </p:spPr>
        <p:txBody>
          <a:bodyPr wrap="square" rtlCol="0">
            <a:spAutoFit/>
          </a:bodyPr>
          <a:lstStyle/>
          <a:p>
            <a:pPr marL="285750" indent="-228600" defTabSz="914400">
              <a:lnSpc>
                <a:spcPct val="90000"/>
              </a:lnSpc>
              <a:spcAft>
                <a:spcPts val="600"/>
              </a:spcAft>
              <a:buFont typeface="Arial" panose="020B0604020202020204" pitchFamily="34" charset="0"/>
              <a:buChar char="•"/>
            </a:pPr>
            <a:r>
              <a:rPr lang="en-US" sz="2000" dirty="0">
                <a:solidFill>
                  <a:srgbClr val="FFFFFF"/>
                </a:solidFill>
              </a:rPr>
              <a:t>Bottleneck has moved to:</a:t>
            </a:r>
          </a:p>
          <a:p>
            <a:pPr marL="742950" lvl="1" indent="-228600" defTabSz="914400">
              <a:lnSpc>
                <a:spcPct val="90000"/>
              </a:lnSpc>
              <a:spcAft>
                <a:spcPts val="600"/>
              </a:spcAft>
              <a:buFont typeface="Arial" panose="020B0604020202020204" pitchFamily="34" charset="0"/>
              <a:buChar char="•"/>
            </a:pPr>
            <a:r>
              <a:rPr lang="en-US" sz="2000" dirty="0">
                <a:solidFill>
                  <a:srgbClr val="FFFFFF"/>
                </a:solidFill>
              </a:rPr>
              <a:t>Management, data access, reviewing and validation</a:t>
            </a:r>
          </a:p>
          <a:p>
            <a:pPr marL="285750" indent="-228600" defTabSz="914400">
              <a:lnSpc>
                <a:spcPct val="90000"/>
              </a:lnSpc>
              <a:spcAft>
                <a:spcPts val="600"/>
              </a:spcAft>
              <a:buFont typeface="Arial" panose="020B0604020202020204" pitchFamily="34" charset="0"/>
              <a:buChar char="•"/>
            </a:pPr>
            <a:endParaRPr lang="en-US" sz="2000" dirty="0">
              <a:solidFill>
                <a:srgbClr val="FFFFFF"/>
              </a:solidFill>
            </a:endParaRPr>
          </a:p>
          <a:p>
            <a:pPr marL="285750" indent="-228600" defTabSz="914400">
              <a:lnSpc>
                <a:spcPct val="90000"/>
              </a:lnSpc>
              <a:spcAft>
                <a:spcPts val="600"/>
              </a:spcAft>
              <a:buFont typeface="Arial" panose="020B0604020202020204" pitchFamily="34" charset="0"/>
              <a:buChar char="•"/>
            </a:pPr>
            <a:r>
              <a:rPr lang="en-US" sz="2000" dirty="0">
                <a:solidFill>
                  <a:srgbClr val="FFFFFF"/>
                </a:solidFill>
              </a:rPr>
              <a:t>Are we developing the right things?</a:t>
            </a:r>
          </a:p>
          <a:p>
            <a:pPr marL="742950" lvl="1" indent="-228600" defTabSz="914400">
              <a:lnSpc>
                <a:spcPct val="90000"/>
              </a:lnSpc>
              <a:spcAft>
                <a:spcPts val="600"/>
              </a:spcAft>
              <a:buFont typeface="Arial" panose="020B0604020202020204" pitchFamily="34" charset="0"/>
              <a:buChar char="•"/>
            </a:pPr>
            <a:r>
              <a:rPr lang="en-US" sz="2000" dirty="0">
                <a:solidFill>
                  <a:srgbClr val="FFFFFF"/>
                </a:solidFill>
              </a:rPr>
              <a:t>Ambition calibration</a:t>
            </a:r>
          </a:p>
          <a:p>
            <a:endParaRPr lang="en-FI" dirty="0"/>
          </a:p>
        </p:txBody>
      </p:sp>
    </p:spTree>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9C49F4-21EE-0E80-DFC3-843F2BEA5551}"/>
              </a:ext>
            </a:extLst>
          </p:cNvPr>
          <p:cNvSpPr txBox="1"/>
          <p:nvPr/>
        </p:nvSpPr>
        <p:spPr>
          <a:xfrm>
            <a:off x="183931" y="1529256"/>
            <a:ext cx="7879414" cy="830997"/>
          </a:xfrm>
          <a:prstGeom prst="rect">
            <a:avLst/>
          </a:prstGeom>
          <a:noFill/>
        </p:spPr>
        <p:txBody>
          <a:bodyPr wrap="square">
            <a:spAutoFit/>
          </a:bodyPr>
          <a:lstStyle/>
          <a:p>
            <a:pPr lvl="1">
              <a:defRPr sz="1600"/>
            </a:pPr>
            <a:r>
              <a:rPr lang="en-GB" dirty="0"/>
              <a:t>All recorded Europe industrial facilities goes through an analysis, where we can quantify recovery potential based on:</a:t>
            </a:r>
          </a:p>
          <a:p>
            <a:pPr lvl="1">
              <a:defRPr sz="1600"/>
            </a:pPr>
            <a:endParaRPr lang="en-GB" dirty="0"/>
          </a:p>
        </p:txBody>
      </p:sp>
      <p:sp>
        <p:nvSpPr>
          <p:cNvPr id="5" name="Title 1">
            <a:extLst>
              <a:ext uri="{FF2B5EF4-FFF2-40B4-BE49-F238E27FC236}">
                <a16:creationId xmlns:a16="http://schemas.microsoft.com/office/drawing/2014/main" id="{A31048D2-CE57-F217-F07F-8A22FB0D7F1F}"/>
              </a:ext>
            </a:extLst>
          </p:cNvPr>
          <p:cNvSpPr txBox="1">
            <a:spLocks/>
          </p:cNvSpPr>
          <p:nvPr/>
        </p:nvSpPr>
        <p:spPr>
          <a:xfrm>
            <a:off x="183931" y="212945"/>
            <a:ext cx="4897821"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GB" dirty="0"/>
              <a:t>Pan-EU vision</a:t>
            </a:r>
          </a:p>
        </p:txBody>
      </p:sp>
      <p:grpSp>
        <p:nvGrpSpPr>
          <p:cNvPr id="12" name="Group 11">
            <a:extLst>
              <a:ext uri="{FF2B5EF4-FFF2-40B4-BE49-F238E27FC236}">
                <a16:creationId xmlns:a16="http://schemas.microsoft.com/office/drawing/2014/main" id="{28202E37-033E-FD2C-9C7C-0F21286CF3D5}"/>
              </a:ext>
            </a:extLst>
          </p:cNvPr>
          <p:cNvGrpSpPr/>
          <p:nvPr/>
        </p:nvGrpSpPr>
        <p:grpSpPr>
          <a:xfrm>
            <a:off x="694706" y="2606473"/>
            <a:ext cx="3236025" cy="2664771"/>
            <a:chOff x="730333" y="4386677"/>
            <a:chExt cx="3236025" cy="2037004"/>
          </a:xfrm>
        </p:grpSpPr>
        <p:sp>
          <p:nvSpPr>
            <p:cNvPr id="6" name="Rounded Rectangle 5">
              <a:extLst>
                <a:ext uri="{FF2B5EF4-FFF2-40B4-BE49-F238E27FC236}">
                  <a16:creationId xmlns:a16="http://schemas.microsoft.com/office/drawing/2014/main" id="{695592E0-6B9D-89D9-C6AB-C14BCE780A74}"/>
                </a:ext>
              </a:extLst>
            </p:cNvPr>
            <p:cNvSpPr/>
            <p:nvPr/>
          </p:nvSpPr>
          <p:spPr>
            <a:xfrm>
              <a:off x="730333" y="4386677"/>
              <a:ext cx="3236025" cy="1990372"/>
            </a:xfrm>
            <a:prstGeom prst="round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chemeClr val="bg1"/>
                  </a:solidFill>
                </a:defRPr>
              </a:pPr>
              <a:endParaRPr lang="fi-FI" sz="1200" dirty="0"/>
            </a:p>
          </p:txBody>
        </p:sp>
        <p:sp>
          <p:nvSpPr>
            <p:cNvPr id="9" name="TextBox 8">
              <a:extLst>
                <a:ext uri="{FF2B5EF4-FFF2-40B4-BE49-F238E27FC236}">
                  <a16:creationId xmlns:a16="http://schemas.microsoft.com/office/drawing/2014/main" id="{9640712B-0C5D-CF51-5551-6EA4E0934C7C}"/>
                </a:ext>
              </a:extLst>
            </p:cNvPr>
            <p:cNvSpPr txBox="1"/>
            <p:nvPr/>
          </p:nvSpPr>
          <p:spPr>
            <a:xfrm>
              <a:off x="1424885" y="4661521"/>
              <a:ext cx="1900360" cy="307777"/>
            </a:xfrm>
            <a:prstGeom prst="rect">
              <a:avLst/>
            </a:prstGeom>
            <a:noFill/>
          </p:spPr>
          <p:txBody>
            <a:bodyPr wrap="square" rtlCol="0">
              <a:spAutoFit/>
            </a:bodyPr>
            <a:lstStyle/>
            <a:p>
              <a:r>
                <a:rPr lang="en-FI" sz="1400" b="1" dirty="0">
                  <a:solidFill>
                    <a:schemeClr val="bg1"/>
                  </a:solidFill>
                </a:rPr>
                <a:t>Waste characteristics</a:t>
              </a:r>
            </a:p>
          </p:txBody>
        </p:sp>
        <p:sp>
          <p:nvSpPr>
            <p:cNvPr id="11" name="TextBox 10">
              <a:extLst>
                <a:ext uri="{FF2B5EF4-FFF2-40B4-BE49-F238E27FC236}">
                  <a16:creationId xmlns:a16="http://schemas.microsoft.com/office/drawing/2014/main" id="{0193514A-0408-A8DF-CA64-33B69F9BF930}"/>
                </a:ext>
              </a:extLst>
            </p:cNvPr>
            <p:cNvSpPr txBox="1"/>
            <p:nvPr/>
          </p:nvSpPr>
          <p:spPr>
            <a:xfrm>
              <a:off x="1128156" y="5082639"/>
              <a:ext cx="2493818" cy="1341042"/>
            </a:xfrm>
            <a:prstGeom prst="rect">
              <a:avLst/>
            </a:prstGeom>
            <a:noFill/>
          </p:spPr>
          <p:txBody>
            <a:bodyPr wrap="square" rtlCol="0">
              <a:spAutoFit/>
            </a:bodyPr>
            <a:lstStyle/>
            <a:p>
              <a:pPr marL="285750" indent="-285750">
                <a:buFontTx/>
                <a:buChar char="-"/>
              </a:pPr>
              <a:r>
                <a:rPr lang="en-FI" sz="1200" b="1" dirty="0">
                  <a:solidFill>
                    <a:schemeClr val="bg1"/>
                  </a:solidFill>
                </a:rPr>
                <a:t>Type of process waste per facility.</a:t>
              </a:r>
            </a:p>
            <a:p>
              <a:pPr marL="285750" indent="-285750">
                <a:buFontTx/>
                <a:buChar char="-"/>
              </a:pPr>
              <a:endParaRPr lang="en-FI" sz="1200" b="1" dirty="0">
                <a:solidFill>
                  <a:schemeClr val="bg1"/>
                </a:solidFill>
              </a:endParaRPr>
            </a:p>
            <a:p>
              <a:pPr marL="285750" indent="-285750">
                <a:buFontTx/>
                <a:buChar char="-"/>
              </a:pPr>
              <a:r>
                <a:rPr lang="en-FI" sz="1200" b="1" dirty="0">
                  <a:solidFill>
                    <a:schemeClr val="bg1"/>
                  </a:solidFill>
                </a:rPr>
                <a:t>Including characteristics and properties.</a:t>
              </a:r>
            </a:p>
            <a:p>
              <a:pPr marL="285750" indent="-285750">
                <a:buFontTx/>
                <a:buChar char="-"/>
              </a:pPr>
              <a:endParaRPr lang="en-FI" sz="1200" b="1" dirty="0">
                <a:solidFill>
                  <a:schemeClr val="bg1"/>
                </a:solidFill>
              </a:endParaRPr>
            </a:p>
            <a:p>
              <a:r>
                <a:rPr lang="en-FI" sz="1200" b="1" dirty="0">
                  <a:solidFill>
                    <a:schemeClr val="bg1"/>
                  </a:solidFill>
                </a:rPr>
                <a:t>-&gt; We want to know what’s being generated and where.</a:t>
              </a:r>
            </a:p>
            <a:p>
              <a:pPr marL="285750" indent="-285750">
                <a:buFontTx/>
                <a:buChar char="-"/>
              </a:pPr>
              <a:endParaRPr lang="en-FI" sz="1200" b="1" dirty="0">
                <a:solidFill>
                  <a:schemeClr val="bg1"/>
                </a:solidFill>
              </a:endParaRPr>
            </a:p>
          </p:txBody>
        </p:sp>
      </p:grpSp>
      <p:grpSp>
        <p:nvGrpSpPr>
          <p:cNvPr id="22" name="Group 21">
            <a:extLst>
              <a:ext uri="{FF2B5EF4-FFF2-40B4-BE49-F238E27FC236}">
                <a16:creationId xmlns:a16="http://schemas.microsoft.com/office/drawing/2014/main" id="{14E1E8DD-E975-1FEB-9799-955D4C161467}"/>
              </a:ext>
            </a:extLst>
          </p:cNvPr>
          <p:cNvGrpSpPr/>
          <p:nvPr/>
        </p:nvGrpSpPr>
        <p:grpSpPr>
          <a:xfrm>
            <a:off x="4551208" y="2606475"/>
            <a:ext cx="3236025" cy="3038855"/>
            <a:chOff x="4660910" y="4251484"/>
            <a:chExt cx="3236025" cy="2310898"/>
          </a:xfrm>
        </p:grpSpPr>
        <p:sp>
          <p:nvSpPr>
            <p:cNvPr id="14" name="Rounded Rectangle 13">
              <a:extLst>
                <a:ext uri="{FF2B5EF4-FFF2-40B4-BE49-F238E27FC236}">
                  <a16:creationId xmlns:a16="http://schemas.microsoft.com/office/drawing/2014/main" id="{24E41FCC-E3A1-D6F8-A1C2-8744B2A9E72C}"/>
                </a:ext>
              </a:extLst>
            </p:cNvPr>
            <p:cNvSpPr/>
            <p:nvPr/>
          </p:nvSpPr>
          <p:spPr>
            <a:xfrm>
              <a:off x="4660910" y="4251484"/>
              <a:ext cx="3236025" cy="1990372"/>
            </a:xfrm>
            <a:prstGeom prst="round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chemeClr val="bg1"/>
                  </a:solidFill>
                </a:defRPr>
              </a:pPr>
              <a:endParaRPr lang="fi-FI" sz="1200" dirty="0"/>
            </a:p>
          </p:txBody>
        </p:sp>
        <p:sp>
          <p:nvSpPr>
            <p:cNvPr id="15" name="TextBox 14">
              <a:extLst>
                <a:ext uri="{FF2B5EF4-FFF2-40B4-BE49-F238E27FC236}">
                  <a16:creationId xmlns:a16="http://schemas.microsoft.com/office/drawing/2014/main" id="{4B7C0239-31D1-14FC-DC9B-6584DA50AEB4}"/>
                </a:ext>
              </a:extLst>
            </p:cNvPr>
            <p:cNvSpPr txBox="1"/>
            <p:nvPr/>
          </p:nvSpPr>
          <p:spPr>
            <a:xfrm>
              <a:off x="5355462" y="4526328"/>
              <a:ext cx="1900360" cy="307777"/>
            </a:xfrm>
            <a:prstGeom prst="rect">
              <a:avLst/>
            </a:prstGeom>
            <a:noFill/>
          </p:spPr>
          <p:txBody>
            <a:bodyPr wrap="square" rtlCol="0">
              <a:spAutoFit/>
            </a:bodyPr>
            <a:lstStyle/>
            <a:p>
              <a:r>
                <a:rPr lang="en-FI" sz="1400" b="1" dirty="0">
                  <a:solidFill>
                    <a:schemeClr val="bg1"/>
                  </a:solidFill>
                </a:rPr>
                <a:t>Waste quantity	</a:t>
              </a:r>
            </a:p>
          </p:txBody>
        </p:sp>
        <p:sp>
          <p:nvSpPr>
            <p:cNvPr id="16" name="TextBox 15">
              <a:extLst>
                <a:ext uri="{FF2B5EF4-FFF2-40B4-BE49-F238E27FC236}">
                  <a16:creationId xmlns:a16="http://schemas.microsoft.com/office/drawing/2014/main" id="{8D176BB0-A33B-676E-A8C6-A2DF01B9907A}"/>
                </a:ext>
              </a:extLst>
            </p:cNvPr>
            <p:cNvSpPr txBox="1"/>
            <p:nvPr/>
          </p:nvSpPr>
          <p:spPr>
            <a:xfrm>
              <a:off x="5058733" y="4947446"/>
              <a:ext cx="2493818" cy="1614936"/>
            </a:xfrm>
            <a:prstGeom prst="rect">
              <a:avLst/>
            </a:prstGeom>
            <a:noFill/>
          </p:spPr>
          <p:txBody>
            <a:bodyPr wrap="square" rtlCol="0">
              <a:spAutoFit/>
            </a:bodyPr>
            <a:lstStyle/>
            <a:p>
              <a:pPr marL="285750" indent="-285750">
                <a:buFontTx/>
                <a:buChar char="-"/>
              </a:pPr>
              <a:r>
                <a:rPr lang="en-FI" sz="1200" b="1" dirty="0">
                  <a:solidFill>
                    <a:schemeClr val="bg1"/>
                  </a:solidFill>
                </a:rPr>
                <a:t>Amount of generated process waste per facility and region.</a:t>
              </a:r>
            </a:p>
            <a:p>
              <a:pPr marL="285750" indent="-285750">
                <a:buFontTx/>
                <a:buChar char="-"/>
              </a:pPr>
              <a:endParaRPr lang="en-FI" sz="1200" b="1" dirty="0">
                <a:solidFill>
                  <a:schemeClr val="bg1"/>
                </a:solidFill>
              </a:endParaRPr>
            </a:p>
            <a:p>
              <a:pPr marL="285750" indent="-285750">
                <a:buFontTx/>
                <a:buChar char="-"/>
              </a:pPr>
              <a:r>
                <a:rPr lang="en-FI" sz="1200" b="1" dirty="0">
                  <a:solidFill>
                    <a:schemeClr val="bg1"/>
                  </a:solidFill>
                </a:rPr>
                <a:t>Regional hotspots of waste types.</a:t>
              </a:r>
            </a:p>
            <a:p>
              <a:pPr marL="285750" indent="-285750">
                <a:buFontTx/>
                <a:buChar char="-"/>
              </a:pPr>
              <a:endParaRPr lang="en-FI" sz="1200" b="1" dirty="0">
                <a:solidFill>
                  <a:schemeClr val="bg1"/>
                </a:solidFill>
              </a:endParaRPr>
            </a:p>
            <a:p>
              <a:r>
                <a:rPr lang="en-FI" sz="1200" b="1" dirty="0">
                  <a:solidFill>
                    <a:schemeClr val="bg1"/>
                  </a:solidFill>
                </a:rPr>
                <a:t>-&gt; We want to know how much of it there is.</a:t>
              </a:r>
            </a:p>
            <a:p>
              <a:pPr marL="285750" indent="-285750">
                <a:buFontTx/>
                <a:buChar char="-"/>
              </a:pPr>
              <a:endParaRPr lang="en-FI" sz="1200" b="1" dirty="0">
                <a:solidFill>
                  <a:schemeClr val="bg1"/>
                </a:solidFill>
              </a:endParaRPr>
            </a:p>
            <a:p>
              <a:pPr marL="285750" indent="-285750">
                <a:buFontTx/>
                <a:buChar char="-"/>
              </a:pPr>
              <a:endParaRPr lang="en-FI" sz="1200" b="1" dirty="0">
                <a:solidFill>
                  <a:schemeClr val="bg1"/>
                </a:solidFill>
              </a:endParaRPr>
            </a:p>
            <a:p>
              <a:pPr marL="285750" indent="-285750">
                <a:buFontTx/>
                <a:buChar char="-"/>
              </a:pPr>
              <a:endParaRPr lang="en-FI" sz="1200" b="1" dirty="0">
                <a:solidFill>
                  <a:schemeClr val="bg1"/>
                </a:solidFill>
              </a:endParaRPr>
            </a:p>
          </p:txBody>
        </p:sp>
      </p:grpSp>
      <p:grpSp>
        <p:nvGrpSpPr>
          <p:cNvPr id="21" name="Group 20">
            <a:extLst>
              <a:ext uri="{FF2B5EF4-FFF2-40B4-BE49-F238E27FC236}">
                <a16:creationId xmlns:a16="http://schemas.microsoft.com/office/drawing/2014/main" id="{CAD4C931-539E-93F3-C25B-F7AD6074954E}"/>
              </a:ext>
            </a:extLst>
          </p:cNvPr>
          <p:cNvGrpSpPr/>
          <p:nvPr/>
        </p:nvGrpSpPr>
        <p:grpSpPr>
          <a:xfrm>
            <a:off x="8407710" y="2606473"/>
            <a:ext cx="3236025" cy="3041905"/>
            <a:chOff x="8443337" y="4251484"/>
            <a:chExt cx="3236025" cy="2305535"/>
          </a:xfrm>
        </p:grpSpPr>
        <p:sp>
          <p:nvSpPr>
            <p:cNvPr id="18" name="Rounded Rectangle 17">
              <a:extLst>
                <a:ext uri="{FF2B5EF4-FFF2-40B4-BE49-F238E27FC236}">
                  <a16:creationId xmlns:a16="http://schemas.microsoft.com/office/drawing/2014/main" id="{7C4A3A02-9809-29D2-51C4-42B9844EDB7B}"/>
                </a:ext>
              </a:extLst>
            </p:cNvPr>
            <p:cNvSpPr/>
            <p:nvPr/>
          </p:nvSpPr>
          <p:spPr>
            <a:xfrm>
              <a:off x="8443337" y="4251484"/>
              <a:ext cx="3236025" cy="1990372"/>
            </a:xfrm>
            <a:prstGeom prst="round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chemeClr val="bg1"/>
                  </a:solidFill>
                </a:defRPr>
              </a:pPr>
              <a:endParaRPr lang="fi-FI" sz="1200" dirty="0"/>
            </a:p>
          </p:txBody>
        </p:sp>
        <p:sp>
          <p:nvSpPr>
            <p:cNvPr id="19" name="TextBox 18">
              <a:extLst>
                <a:ext uri="{FF2B5EF4-FFF2-40B4-BE49-F238E27FC236}">
                  <a16:creationId xmlns:a16="http://schemas.microsoft.com/office/drawing/2014/main" id="{9A4C36CA-8123-3C11-F372-E831A915AE45}"/>
                </a:ext>
              </a:extLst>
            </p:cNvPr>
            <p:cNvSpPr txBox="1"/>
            <p:nvPr/>
          </p:nvSpPr>
          <p:spPr>
            <a:xfrm>
              <a:off x="9137889" y="4526328"/>
              <a:ext cx="1900360" cy="307777"/>
            </a:xfrm>
            <a:prstGeom prst="rect">
              <a:avLst/>
            </a:prstGeom>
            <a:noFill/>
          </p:spPr>
          <p:txBody>
            <a:bodyPr wrap="square" rtlCol="0">
              <a:spAutoFit/>
            </a:bodyPr>
            <a:lstStyle/>
            <a:p>
              <a:r>
                <a:rPr lang="en-FI" sz="1400" b="1" dirty="0">
                  <a:solidFill>
                    <a:schemeClr val="bg1"/>
                  </a:solidFill>
                </a:rPr>
                <a:t>Recovery maturity</a:t>
              </a:r>
            </a:p>
          </p:txBody>
        </p:sp>
        <p:sp>
          <p:nvSpPr>
            <p:cNvPr id="20" name="TextBox 19">
              <a:extLst>
                <a:ext uri="{FF2B5EF4-FFF2-40B4-BE49-F238E27FC236}">
                  <a16:creationId xmlns:a16="http://schemas.microsoft.com/office/drawing/2014/main" id="{BA942EB0-E831-0718-D397-0CC389A59A6E}"/>
                </a:ext>
              </a:extLst>
            </p:cNvPr>
            <p:cNvSpPr txBox="1"/>
            <p:nvPr/>
          </p:nvSpPr>
          <p:spPr>
            <a:xfrm>
              <a:off x="8841160" y="4947446"/>
              <a:ext cx="2493818" cy="1609573"/>
            </a:xfrm>
            <a:prstGeom prst="rect">
              <a:avLst/>
            </a:prstGeom>
            <a:noFill/>
          </p:spPr>
          <p:txBody>
            <a:bodyPr wrap="square" rtlCol="0">
              <a:spAutoFit/>
            </a:bodyPr>
            <a:lstStyle/>
            <a:p>
              <a:pPr marL="285750" indent="-285750">
                <a:buFontTx/>
                <a:buChar char="-"/>
              </a:pPr>
              <a:r>
                <a:rPr lang="en-FI" sz="1200" b="1" dirty="0">
                  <a:solidFill>
                    <a:schemeClr val="bg1"/>
                  </a:solidFill>
                </a:rPr>
                <a:t>Share of generated waste being reported as waste.</a:t>
              </a:r>
            </a:p>
            <a:p>
              <a:pPr marL="285750" indent="-285750">
                <a:buFontTx/>
                <a:buChar char="-"/>
              </a:pPr>
              <a:endParaRPr lang="en-FI" sz="1200" b="1" dirty="0">
                <a:solidFill>
                  <a:schemeClr val="bg1"/>
                </a:solidFill>
              </a:endParaRPr>
            </a:p>
            <a:p>
              <a:pPr marL="285750" indent="-285750">
                <a:buFontTx/>
                <a:buChar char="-"/>
              </a:pPr>
              <a:r>
                <a:rPr lang="en-FI" sz="1200" b="1" dirty="0">
                  <a:solidFill>
                    <a:schemeClr val="bg1"/>
                  </a:solidFill>
                </a:rPr>
                <a:t>Likelihood of weak regional recovery pathways.</a:t>
              </a:r>
            </a:p>
            <a:p>
              <a:pPr marL="285750" indent="-285750">
                <a:buFontTx/>
                <a:buChar char="-"/>
              </a:pPr>
              <a:endParaRPr lang="en-FI" sz="1200" b="1" dirty="0">
                <a:solidFill>
                  <a:schemeClr val="bg1"/>
                </a:solidFill>
              </a:endParaRPr>
            </a:p>
            <a:p>
              <a:r>
                <a:rPr lang="en-FI" sz="1200" b="1" dirty="0">
                  <a:solidFill>
                    <a:schemeClr val="bg1"/>
                  </a:solidFill>
                </a:rPr>
                <a:t>-&gt; We want to know if regional actors can recover the waste.</a:t>
              </a:r>
            </a:p>
            <a:p>
              <a:pPr marL="285750" indent="-285750">
                <a:buFontTx/>
                <a:buChar char="-"/>
              </a:pPr>
              <a:endParaRPr lang="en-FI" sz="1200" b="1" dirty="0">
                <a:solidFill>
                  <a:schemeClr val="bg1"/>
                </a:solidFill>
              </a:endParaRPr>
            </a:p>
            <a:p>
              <a:pPr marL="285750" indent="-285750">
                <a:buFontTx/>
                <a:buChar char="-"/>
              </a:pPr>
              <a:endParaRPr lang="en-FI" sz="1200" b="1" dirty="0">
                <a:solidFill>
                  <a:schemeClr val="bg1"/>
                </a:solidFill>
              </a:endParaRPr>
            </a:p>
            <a:p>
              <a:pPr marL="285750" indent="-285750">
                <a:buFontTx/>
                <a:buChar char="-"/>
              </a:pPr>
              <a:endParaRPr lang="en-FI" sz="1200" b="1" dirty="0">
                <a:solidFill>
                  <a:schemeClr val="bg1"/>
                </a:solidFill>
              </a:endParaRPr>
            </a:p>
          </p:txBody>
        </p:sp>
      </p:grpSp>
    </p:spTree>
    <p:extLst>
      <p:ext uri="{BB962C8B-B14F-4D97-AF65-F5344CB8AC3E}">
        <p14:creationId xmlns:p14="http://schemas.microsoft.com/office/powerpoint/2010/main" val="2069050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 name="Rectangle 65">
            <a:extLst>
              <a:ext uri="{FF2B5EF4-FFF2-40B4-BE49-F238E27FC236}">
                <a16:creationId xmlns:a16="http://schemas.microsoft.com/office/drawing/2014/main" id="{EDC07B27-4E3C-4BCF-ABDB-6AA72857C0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500"/>
            <a:ext cx="12191998" cy="6858000"/>
          </a:xfrm>
          <a:prstGeom prst="rect">
            <a:avLst/>
          </a:prstGeom>
          <a:gradFill>
            <a:gsLst>
              <a:gs pos="19000">
                <a:srgbClr val="000000">
                  <a:alpha val="96000"/>
                </a:srgbClr>
              </a:gs>
              <a:gs pos="100000">
                <a:schemeClr val="accent1"/>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83D11BE6-2A04-4DBB-842D-88602B5E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78536" y="12437"/>
            <a:ext cx="11713464" cy="6844063"/>
          </a:xfrm>
          <a:prstGeom prst="rect">
            <a:avLst/>
          </a:prstGeom>
          <a:gradFill>
            <a:gsLst>
              <a:gs pos="0">
                <a:srgbClr val="000000">
                  <a:alpha val="71765"/>
                </a:srgbClr>
              </a:gs>
              <a:gs pos="100000">
                <a:schemeClr val="accent1">
                  <a:alpha val="2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2A05E02A-9AA9-45EC-B87B-B46F043F3F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 y="2724072"/>
            <a:ext cx="12192008" cy="4114801"/>
          </a:xfrm>
          <a:prstGeom prst="rect">
            <a:avLst/>
          </a:prstGeom>
          <a:gradFill>
            <a:gsLst>
              <a:gs pos="30000">
                <a:schemeClr val="accent1">
                  <a:lumMod val="75000"/>
                  <a:alpha val="19000"/>
                </a:schemeClr>
              </a:gs>
              <a:gs pos="100000">
                <a:schemeClr val="accent1">
                  <a:alpha val="24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0E91EDBA-E8E0-4575-8147-B700345215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09672" y="1716338"/>
            <a:ext cx="6858003" cy="3422328"/>
          </a:xfrm>
          <a:prstGeom prst="rect">
            <a:avLst/>
          </a:prstGeom>
          <a:gradFill>
            <a:gsLst>
              <a:gs pos="0">
                <a:schemeClr val="accent1">
                  <a:alpha val="52000"/>
                </a:schemeClr>
              </a:gs>
              <a:gs pos="76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53236" y="559703"/>
            <a:ext cx="9867331" cy="1167495"/>
          </a:xfrm>
        </p:spPr>
        <p:txBody>
          <a:bodyPr vert="horz" lIns="91440" tIns="45720" rIns="91440" bIns="45720" rtlCol="0" anchor="b">
            <a:normAutofit/>
          </a:bodyPr>
          <a:lstStyle/>
          <a:p>
            <a:pPr defTabSz="914400">
              <a:lnSpc>
                <a:spcPct val="90000"/>
              </a:lnSpc>
            </a:pPr>
            <a:r>
              <a:rPr lang="en-US" sz="4800">
                <a:solidFill>
                  <a:srgbClr val="FFFFFF"/>
                </a:solidFill>
              </a:rPr>
              <a:t>Example: SSAB Luleå</a:t>
            </a:r>
          </a:p>
        </p:txBody>
      </p:sp>
      <p:sp>
        <p:nvSpPr>
          <p:cNvPr id="74" name="Rectangle 73">
            <a:extLst>
              <a:ext uri="{FF2B5EF4-FFF2-40B4-BE49-F238E27FC236}">
                <a16:creationId xmlns:a16="http://schemas.microsoft.com/office/drawing/2014/main" id="{DFEE4473-A122-4E96-8C31-B4C5AAA27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123" y="2706446"/>
            <a:ext cx="12191997" cy="3711900"/>
          </a:xfrm>
          <a:prstGeom prst="rect">
            <a:avLst/>
          </a:prstGeom>
          <a:gradFill>
            <a:gsLst>
              <a:gs pos="0">
                <a:srgbClr val="000000">
                  <a:alpha val="50000"/>
                </a:srgbClr>
              </a:gs>
              <a:gs pos="92000">
                <a:schemeClr val="accent1">
                  <a:lumMod val="75000"/>
                  <a:alpha val="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8F223301-C809-144C-A58C-8E2EEF75A74D}"/>
              </a:ext>
            </a:extLst>
          </p:cNvPr>
          <p:cNvGrpSpPr/>
          <p:nvPr/>
        </p:nvGrpSpPr>
        <p:grpSpPr>
          <a:xfrm>
            <a:off x="781740" y="2250364"/>
            <a:ext cx="3179928" cy="2865479"/>
            <a:chOff x="4510584" y="2250364"/>
            <a:chExt cx="3179928" cy="2865479"/>
          </a:xfrm>
        </p:grpSpPr>
        <p:sp>
          <p:nvSpPr>
            <p:cNvPr id="5" name="Rounded Rectangle 4">
              <a:extLst>
                <a:ext uri="{FF2B5EF4-FFF2-40B4-BE49-F238E27FC236}">
                  <a16:creationId xmlns:a16="http://schemas.microsoft.com/office/drawing/2014/main" id="{ED1D53AC-8886-56A5-0ABF-34C824285B84}"/>
                </a:ext>
              </a:extLst>
            </p:cNvPr>
            <p:cNvSpPr/>
            <p:nvPr/>
          </p:nvSpPr>
          <p:spPr>
            <a:xfrm>
              <a:off x="4510584" y="2250364"/>
              <a:ext cx="3179928" cy="2865479"/>
            </a:xfrm>
            <a:prstGeom prst="round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chemeClr val="bg1"/>
                  </a:solidFill>
                </a:defRPr>
              </a:pPr>
              <a:endParaRPr lang="fi-FI" sz="1200"/>
            </a:p>
          </p:txBody>
        </p:sp>
        <p:sp>
          <p:nvSpPr>
            <p:cNvPr id="8" name="TextBox 7">
              <a:extLst>
                <a:ext uri="{FF2B5EF4-FFF2-40B4-BE49-F238E27FC236}">
                  <a16:creationId xmlns:a16="http://schemas.microsoft.com/office/drawing/2014/main" id="{46633FB3-2935-97A4-137A-5C218AAF980F}"/>
                </a:ext>
              </a:extLst>
            </p:cNvPr>
            <p:cNvSpPr txBox="1"/>
            <p:nvPr/>
          </p:nvSpPr>
          <p:spPr>
            <a:xfrm>
              <a:off x="5193096" y="2603678"/>
              <a:ext cx="1867417" cy="302442"/>
            </a:xfrm>
            <a:prstGeom prst="rect">
              <a:avLst/>
            </a:prstGeom>
            <a:noFill/>
          </p:spPr>
          <p:txBody>
            <a:bodyPr wrap="square" rtlCol="0">
              <a:spAutoFit/>
            </a:bodyPr>
            <a:lstStyle/>
            <a:p>
              <a:pPr defTabSz="444398">
                <a:spcAft>
                  <a:spcPts val="540"/>
                </a:spcAft>
              </a:pPr>
              <a:r>
                <a:rPr lang="en-FI" sz="1361" b="1" kern="1200">
                  <a:solidFill>
                    <a:schemeClr val="bg1"/>
                  </a:solidFill>
                  <a:latin typeface="+mn-lt"/>
                  <a:ea typeface="+mn-ea"/>
                  <a:cs typeface="+mn-cs"/>
                </a:rPr>
                <a:t>What process tech?</a:t>
              </a:r>
              <a:endParaRPr lang="en-FI" sz="1400" b="1">
                <a:solidFill>
                  <a:schemeClr val="bg1"/>
                </a:solidFill>
              </a:endParaRPr>
            </a:p>
          </p:txBody>
        </p:sp>
        <p:sp>
          <p:nvSpPr>
            <p:cNvPr id="9" name="TextBox 8">
              <a:extLst>
                <a:ext uri="{FF2B5EF4-FFF2-40B4-BE49-F238E27FC236}">
                  <a16:creationId xmlns:a16="http://schemas.microsoft.com/office/drawing/2014/main" id="{99B36518-4AD0-4B9E-BC28-628004875323}"/>
                </a:ext>
              </a:extLst>
            </p:cNvPr>
            <p:cNvSpPr txBox="1"/>
            <p:nvPr/>
          </p:nvSpPr>
          <p:spPr>
            <a:xfrm>
              <a:off x="4901511" y="3145029"/>
              <a:ext cx="2450587" cy="1784078"/>
            </a:xfrm>
            <a:prstGeom prst="rect">
              <a:avLst/>
            </a:prstGeom>
            <a:noFill/>
          </p:spPr>
          <p:txBody>
            <a:bodyPr wrap="square" rtlCol="0">
              <a:spAutoFit/>
            </a:bodyPr>
            <a:lstStyle/>
            <a:p>
              <a:pPr marL="277749" indent="-277749" defTabSz="444398">
                <a:spcAft>
                  <a:spcPts val="540"/>
                </a:spcAft>
                <a:buFontTx/>
                <a:buChar char="-"/>
              </a:pPr>
              <a:r>
                <a:rPr lang="en-FI" sz="1166" b="1" kern="1200" dirty="0">
                  <a:solidFill>
                    <a:schemeClr val="bg1"/>
                  </a:solidFill>
                  <a:latin typeface="+mn-lt"/>
                  <a:ea typeface="+mn-ea"/>
                  <a:cs typeface="+mn-cs"/>
                </a:rPr>
                <a:t>Classify process based on E-PRTR reported emissions.</a:t>
              </a:r>
            </a:p>
            <a:p>
              <a:pPr marL="277749" indent="-277749" defTabSz="444398">
                <a:spcAft>
                  <a:spcPts val="540"/>
                </a:spcAft>
                <a:buFontTx/>
                <a:buChar char="-"/>
              </a:pPr>
              <a:endParaRPr lang="en-FI" sz="1166" b="1" kern="1200" dirty="0">
                <a:solidFill>
                  <a:schemeClr val="bg1"/>
                </a:solidFill>
                <a:latin typeface="+mn-lt"/>
                <a:ea typeface="+mn-ea"/>
                <a:cs typeface="+mn-cs"/>
              </a:endParaRPr>
            </a:p>
            <a:p>
              <a:pPr marL="277749" indent="-277749" defTabSz="444398">
                <a:spcAft>
                  <a:spcPts val="540"/>
                </a:spcAft>
                <a:buFontTx/>
                <a:buChar char="-"/>
              </a:pPr>
              <a:r>
                <a:rPr lang="en-FI" sz="1166" b="1" kern="1200" dirty="0">
                  <a:solidFill>
                    <a:schemeClr val="bg1"/>
                  </a:solidFill>
                  <a:latin typeface="+mn-lt"/>
                  <a:ea typeface="+mn-ea"/>
                  <a:cs typeface="+mn-cs"/>
                </a:rPr>
                <a:t>Specifies generated process wastes (BOF slag, EAF slag, dusts etc.)</a:t>
              </a:r>
            </a:p>
            <a:p>
              <a:pPr marL="277749" indent="-277749" defTabSz="444398">
                <a:spcAft>
                  <a:spcPts val="540"/>
                </a:spcAft>
                <a:buFontTx/>
                <a:buChar char="-"/>
              </a:pPr>
              <a:endParaRPr lang="en-FI" sz="1166" b="1" kern="1200" dirty="0">
                <a:solidFill>
                  <a:schemeClr val="bg1"/>
                </a:solidFill>
                <a:latin typeface="+mn-lt"/>
                <a:ea typeface="+mn-ea"/>
                <a:cs typeface="+mn-cs"/>
              </a:endParaRPr>
            </a:p>
            <a:p>
              <a:pPr defTabSz="444398">
                <a:spcAft>
                  <a:spcPts val="540"/>
                </a:spcAft>
              </a:pPr>
              <a:r>
                <a:rPr lang="en-FI" sz="1166" b="1" kern="1200" dirty="0">
                  <a:solidFill>
                    <a:schemeClr val="bg1"/>
                  </a:solidFill>
                  <a:latin typeface="+mn-lt"/>
                  <a:ea typeface="+mn-ea"/>
                  <a:cs typeface="+mn-cs"/>
                </a:rPr>
                <a:t>-&gt; SSAB Luleå is BF-BOF (as of now)</a:t>
              </a:r>
              <a:endParaRPr lang="en-FI" sz="1200" b="1" dirty="0">
                <a:solidFill>
                  <a:schemeClr val="bg1"/>
                </a:solidFill>
              </a:endParaRPr>
            </a:p>
          </p:txBody>
        </p:sp>
      </p:grpSp>
      <p:grpSp>
        <p:nvGrpSpPr>
          <p:cNvPr id="27" name="Group 26">
            <a:extLst>
              <a:ext uri="{FF2B5EF4-FFF2-40B4-BE49-F238E27FC236}">
                <a16:creationId xmlns:a16="http://schemas.microsoft.com/office/drawing/2014/main" id="{E7A0E522-6F05-0D1B-5CEC-B58A8B31C898}"/>
              </a:ext>
            </a:extLst>
          </p:cNvPr>
          <p:cNvGrpSpPr/>
          <p:nvPr/>
        </p:nvGrpSpPr>
        <p:grpSpPr>
          <a:xfrm>
            <a:off x="4471312" y="2250364"/>
            <a:ext cx="3179927" cy="2981508"/>
            <a:chOff x="8059841" y="2250365"/>
            <a:chExt cx="3179927" cy="2981508"/>
          </a:xfrm>
        </p:grpSpPr>
        <p:grpSp>
          <p:nvGrpSpPr>
            <p:cNvPr id="19" name="Group 18">
              <a:extLst>
                <a:ext uri="{FF2B5EF4-FFF2-40B4-BE49-F238E27FC236}">
                  <a16:creationId xmlns:a16="http://schemas.microsoft.com/office/drawing/2014/main" id="{8AA10A1C-99FA-C157-3068-B5F0D74D0D60}"/>
                </a:ext>
              </a:extLst>
            </p:cNvPr>
            <p:cNvGrpSpPr/>
            <p:nvPr/>
          </p:nvGrpSpPr>
          <p:grpSpPr>
            <a:xfrm>
              <a:off x="8059841" y="2250365"/>
              <a:ext cx="3179927" cy="2880438"/>
              <a:chOff x="4566054" y="3428997"/>
              <a:chExt cx="3236025" cy="2617360"/>
            </a:xfrm>
          </p:grpSpPr>
          <p:sp>
            <p:nvSpPr>
              <p:cNvPr id="11" name="Rounded Rectangle 10">
                <a:extLst>
                  <a:ext uri="{FF2B5EF4-FFF2-40B4-BE49-F238E27FC236}">
                    <a16:creationId xmlns:a16="http://schemas.microsoft.com/office/drawing/2014/main" id="{59F57269-2BBF-CFE5-0150-E142E12867AB}"/>
                  </a:ext>
                </a:extLst>
              </p:cNvPr>
              <p:cNvSpPr/>
              <p:nvPr/>
            </p:nvSpPr>
            <p:spPr>
              <a:xfrm>
                <a:off x="4566054" y="3428997"/>
                <a:ext cx="3236025" cy="2617360"/>
              </a:xfrm>
              <a:prstGeom prst="round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chemeClr val="bg1"/>
                    </a:solidFill>
                  </a:defRPr>
                </a:pPr>
                <a:endParaRPr lang="fi-FI" sz="1200"/>
              </a:p>
            </p:txBody>
          </p:sp>
          <p:sp>
            <p:nvSpPr>
              <p:cNvPr id="12" name="TextBox 11">
                <a:extLst>
                  <a:ext uri="{FF2B5EF4-FFF2-40B4-BE49-F238E27FC236}">
                    <a16:creationId xmlns:a16="http://schemas.microsoft.com/office/drawing/2014/main" id="{4752B31C-75BF-C0B3-AD9E-A69B6304B1E6}"/>
                  </a:ext>
                </a:extLst>
              </p:cNvPr>
              <p:cNvSpPr txBox="1"/>
              <p:nvPr/>
            </p:nvSpPr>
            <p:spPr>
              <a:xfrm>
                <a:off x="5106337" y="3788543"/>
                <a:ext cx="2155459" cy="307777"/>
              </a:xfrm>
              <a:prstGeom prst="rect">
                <a:avLst/>
              </a:prstGeom>
              <a:noFill/>
            </p:spPr>
            <p:txBody>
              <a:bodyPr wrap="square" rtlCol="0">
                <a:spAutoFit/>
              </a:bodyPr>
              <a:lstStyle/>
              <a:p>
                <a:pPr defTabSz="445861">
                  <a:spcAft>
                    <a:spcPts val="552"/>
                  </a:spcAft>
                </a:pPr>
                <a:r>
                  <a:rPr lang="en-FI" sz="1365" b="1" kern="1200">
                    <a:solidFill>
                      <a:schemeClr val="bg1"/>
                    </a:solidFill>
                    <a:latin typeface="+mn-lt"/>
                    <a:ea typeface="+mn-ea"/>
                    <a:cs typeface="+mn-cs"/>
                  </a:rPr>
                  <a:t>Process waste generation?</a:t>
                </a:r>
                <a:endParaRPr lang="en-FI" sz="1400" b="1">
                  <a:solidFill>
                    <a:schemeClr val="bg1"/>
                  </a:solidFill>
                </a:endParaRPr>
              </a:p>
            </p:txBody>
          </p:sp>
        </p:grpSp>
        <p:sp>
          <p:nvSpPr>
            <p:cNvPr id="13" name="TextBox 12">
              <a:extLst>
                <a:ext uri="{FF2B5EF4-FFF2-40B4-BE49-F238E27FC236}">
                  <a16:creationId xmlns:a16="http://schemas.microsoft.com/office/drawing/2014/main" id="{C01EEFE8-1D4F-44F3-8B07-61789C6F3C5E}"/>
                </a:ext>
              </a:extLst>
            </p:cNvPr>
            <p:cNvSpPr txBox="1"/>
            <p:nvPr/>
          </p:nvSpPr>
          <p:spPr>
            <a:xfrm>
              <a:off x="8424511" y="3145029"/>
              <a:ext cx="2450587" cy="2086844"/>
            </a:xfrm>
            <a:prstGeom prst="rect">
              <a:avLst/>
            </a:prstGeom>
            <a:noFill/>
          </p:spPr>
          <p:txBody>
            <a:bodyPr wrap="square" rtlCol="0">
              <a:spAutoFit/>
            </a:bodyPr>
            <a:lstStyle/>
            <a:p>
              <a:pPr marL="278663" indent="-278663" defTabSz="445861">
                <a:spcAft>
                  <a:spcPts val="552"/>
                </a:spcAft>
                <a:buFontTx/>
                <a:buChar char="-"/>
              </a:pPr>
              <a:r>
                <a:rPr lang="en-GB" sz="1170" b="1" kern="1200" dirty="0">
                  <a:solidFill>
                    <a:schemeClr val="bg1"/>
                  </a:solidFill>
                  <a:latin typeface="+mn-lt"/>
                  <a:ea typeface="+mn-ea"/>
                  <a:cs typeface="+mn-cs"/>
                </a:rPr>
                <a:t>Estimate using process I/O data from BAT reference documents.</a:t>
              </a:r>
            </a:p>
            <a:p>
              <a:pPr marL="278663" indent="-278663" defTabSz="445861">
                <a:spcAft>
                  <a:spcPts val="552"/>
                </a:spcAft>
                <a:buFontTx/>
                <a:buChar char="-"/>
              </a:pPr>
              <a:endParaRPr lang="en-FI" sz="1170" b="1" kern="1200" dirty="0">
                <a:solidFill>
                  <a:schemeClr val="bg1"/>
                </a:solidFill>
                <a:latin typeface="+mn-lt"/>
                <a:ea typeface="+mn-ea"/>
                <a:cs typeface="+mn-cs"/>
              </a:endParaRPr>
            </a:p>
            <a:p>
              <a:pPr marL="278663" indent="-278663" defTabSz="445861">
                <a:spcAft>
                  <a:spcPts val="552"/>
                </a:spcAft>
                <a:buFontTx/>
                <a:buChar char="-"/>
              </a:pPr>
              <a:r>
                <a:rPr lang="en-FI" sz="1170" b="1" kern="1200" dirty="0">
                  <a:solidFill>
                    <a:schemeClr val="bg1"/>
                  </a:solidFill>
                  <a:latin typeface="+mn-lt"/>
                  <a:ea typeface="+mn-ea"/>
                  <a:cs typeface="+mn-cs"/>
                </a:rPr>
                <a:t>Min-max mass-balance of generated waste</a:t>
              </a:r>
            </a:p>
            <a:p>
              <a:pPr marL="278663" indent="-278663" defTabSz="445861">
                <a:spcAft>
                  <a:spcPts val="552"/>
                </a:spcAft>
                <a:buFontTx/>
                <a:buChar char="-"/>
              </a:pPr>
              <a:endParaRPr lang="en-FI" sz="1170" b="1" kern="1200" dirty="0">
                <a:solidFill>
                  <a:schemeClr val="bg1"/>
                </a:solidFill>
                <a:latin typeface="+mn-lt"/>
                <a:ea typeface="+mn-ea"/>
                <a:cs typeface="+mn-cs"/>
              </a:endParaRPr>
            </a:p>
            <a:p>
              <a:pPr defTabSz="445861">
                <a:spcAft>
                  <a:spcPts val="552"/>
                </a:spcAft>
              </a:pPr>
              <a:r>
                <a:rPr lang="en-FI" sz="1170" b="1" kern="1200" dirty="0">
                  <a:solidFill>
                    <a:schemeClr val="bg1"/>
                  </a:solidFill>
                  <a:latin typeface="+mn-lt"/>
                  <a:ea typeface="+mn-ea"/>
                  <a:cs typeface="+mn-cs"/>
                </a:rPr>
                <a:t>-&gt; Generates 700k-1,1M tonnes/year process waste</a:t>
              </a:r>
            </a:p>
            <a:p>
              <a:pPr marL="278663" indent="-278663" defTabSz="445861">
                <a:spcAft>
                  <a:spcPts val="552"/>
                </a:spcAft>
                <a:buFontTx/>
                <a:buChar char="-"/>
              </a:pPr>
              <a:endParaRPr lang="en-FI" sz="1170" b="1" kern="1200" dirty="0">
                <a:solidFill>
                  <a:schemeClr val="bg1"/>
                </a:solidFill>
                <a:latin typeface="+mn-lt"/>
                <a:ea typeface="+mn-ea"/>
                <a:cs typeface="+mn-cs"/>
              </a:endParaRPr>
            </a:p>
            <a:p>
              <a:pPr marL="278663" indent="-278663" defTabSz="445861">
                <a:spcAft>
                  <a:spcPts val="552"/>
                </a:spcAft>
                <a:buFontTx/>
                <a:buChar char="-"/>
              </a:pPr>
              <a:endParaRPr lang="en-FI" sz="1170" b="1" kern="1200" dirty="0">
                <a:solidFill>
                  <a:schemeClr val="bg1"/>
                </a:solidFill>
                <a:latin typeface="+mn-lt"/>
                <a:ea typeface="+mn-ea"/>
                <a:cs typeface="+mn-cs"/>
              </a:endParaRPr>
            </a:p>
            <a:p>
              <a:pPr marL="285750" indent="-285750">
                <a:spcAft>
                  <a:spcPts val="600"/>
                </a:spcAft>
                <a:buFontTx/>
                <a:buChar char="-"/>
              </a:pPr>
              <a:endParaRPr lang="en-FI" sz="1200" b="1" dirty="0">
                <a:solidFill>
                  <a:schemeClr val="bg1"/>
                </a:solidFill>
              </a:endParaRPr>
            </a:p>
          </p:txBody>
        </p:sp>
      </p:grpSp>
      <p:grpSp>
        <p:nvGrpSpPr>
          <p:cNvPr id="25" name="Group 24">
            <a:extLst>
              <a:ext uri="{FF2B5EF4-FFF2-40B4-BE49-F238E27FC236}">
                <a16:creationId xmlns:a16="http://schemas.microsoft.com/office/drawing/2014/main" id="{026F4C37-0B65-8805-D539-1BE6990C97FA}"/>
              </a:ext>
            </a:extLst>
          </p:cNvPr>
          <p:cNvGrpSpPr/>
          <p:nvPr/>
        </p:nvGrpSpPr>
        <p:grpSpPr>
          <a:xfrm>
            <a:off x="8160883" y="2250364"/>
            <a:ext cx="3179928" cy="3433821"/>
            <a:chOff x="952232" y="2250365"/>
            <a:chExt cx="3179928" cy="3433821"/>
          </a:xfrm>
        </p:grpSpPr>
        <p:grpSp>
          <p:nvGrpSpPr>
            <p:cNvPr id="20" name="Group 19">
              <a:extLst>
                <a:ext uri="{FF2B5EF4-FFF2-40B4-BE49-F238E27FC236}">
                  <a16:creationId xmlns:a16="http://schemas.microsoft.com/office/drawing/2014/main" id="{59B880B6-6E30-B251-571F-E4C3508523C8}"/>
                </a:ext>
              </a:extLst>
            </p:cNvPr>
            <p:cNvGrpSpPr/>
            <p:nvPr/>
          </p:nvGrpSpPr>
          <p:grpSpPr>
            <a:xfrm>
              <a:off x="952232" y="2250365"/>
              <a:ext cx="3179928" cy="2890036"/>
              <a:chOff x="8407710" y="3428997"/>
              <a:chExt cx="3236025" cy="2626081"/>
            </a:xfrm>
          </p:grpSpPr>
          <p:sp>
            <p:nvSpPr>
              <p:cNvPr id="15" name="Rounded Rectangle 14">
                <a:extLst>
                  <a:ext uri="{FF2B5EF4-FFF2-40B4-BE49-F238E27FC236}">
                    <a16:creationId xmlns:a16="http://schemas.microsoft.com/office/drawing/2014/main" id="{791CF3F0-9916-24B0-BCEC-C7EDB273EBEB}"/>
                  </a:ext>
                </a:extLst>
              </p:cNvPr>
              <p:cNvSpPr/>
              <p:nvPr/>
            </p:nvSpPr>
            <p:spPr>
              <a:xfrm>
                <a:off x="8407710" y="3428997"/>
                <a:ext cx="3236025" cy="2626081"/>
              </a:xfrm>
              <a:prstGeom prst="round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chemeClr val="bg1"/>
                    </a:solidFill>
                  </a:defRPr>
                </a:pPr>
                <a:endParaRPr lang="fi-FI" sz="1200"/>
              </a:p>
            </p:txBody>
          </p:sp>
          <p:sp>
            <p:nvSpPr>
              <p:cNvPr id="16" name="TextBox 15">
                <a:extLst>
                  <a:ext uri="{FF2B5EF4-FFF2-40B4-BE49-F238E27FC236}">
                    <a16:creationId xmlns:a16="http://schemas.microsoft.com/office/drawing/2014/main" id="{418AA585-2380-5B7C-74A9-301CC2E6A998}"/>
                  </a:ext>
                </a:extLst>
              </p:cNvPr>
              <p:cNvSpPr txBox="1"/>
              <p:nvPr/>
            </p:nvSpPr>
            <p:spPr>
              <a:xfrm>
                <a:off x="9308662" y="3788543"/>
                <a:ext cx="1434120" cy="307777"/>
              </a:xfrm>
              <a:prstGeom prst="rect">
                <a:avLst/>
              </a:prstGeom>
              <a:noFill/>
            </p:spPr>
            <p:txBody>
              <a:bodyPr wrap="square" rtlCol="0">
                <a:spAutoFit/>
              </a:bodyPr>
              <a:lstStyle/>
              <a:p>
                <a:pPr defTabSz="445861">
                  <a:spcAft>
                    <a:spcPts val="552"/>
                  </a:spcAft>
                </a:pPr>
                <a:r>
                  <a:rPr lang="en-FI" sz="1365" b="1" kern="1200">
                    <a:solidFill>
                      <a:schemeClr val="bg1"/>
                    </a:solidFill>
                    <a:latin typeface="+mn-lt"/>
                    <a:ea typeface="+mn-ea"/>
                    <a:cs typeface="+mn-cs"/>
                  </a:rPr>
                  <a:t>Reported waste?</a:t>
                </a:r>
                <a:endParaRPr lang="en-FI" sz="1400" b="1">
                  <a:solidFill>
                    <a:schemeClr val="bg1"/>
                  </a:solidFill>
                </a:endParaRPr>
              </a:p>
            </p:txBody>
          </p:sp>
        </p:grpSp>
        <p:sp>
          <p:nvSpPr>
            <p:cNvPr id="17" name="TextBox 16">
              <a:extLst>
                <a:ext uri="{FF2B5EF4-FFF2-40B4-BE49-F238E27FC236}">
                  <a16:creationId xmlns:a16="http://schemas.microsoft.com/office/drawing/2014/main" id="{25DA7B13-80F4-D70B-07AF-9A584FD132CA}"/>
                </a:ext>
              </a:extLst>
            </p:cNvPr>
            <p:cNvSpPr txBox="1"/>
            <p:nvPr/>
          </p:nvSpPr>
          <p:spPr>
            <a:xfrm>
              <a:off x="1316902" y="3145029"/>
              <a:ext cx="2450587" cy="2539157"/>
            </a:xfrm>
            <a:prstGeom prst="rect">
              <a:avLst/>
            </a:prstGeom>
            <a:noFill/>
          </p:spPr>
          <p:txBody>
            <a:bodyPr wrap="square" rtlCol="0">
              <a:spAutoFit/>
            </a:bodyPr>
            <a:lstStyle/>
            <a:p>
              <a:pPr marL="278663" indent="-278663" defTabSz="445861">
                <a:spcAft>
                  <a:spcPts val="552"/>
                </a:spcAft>
                <a:buFontTx/>
                <a:buChar char="-"/>
              </a:pPr>
              <a:r>
                <a:rPr lang="en-FI" sz="1170" b="1" kern="1200" dirty="0">
                  <a:solidFill>
                    <a:schemeClr val="bg1"/>
                  </a:solidFill>
                  <a:latin typeface="+mn-lt"/>
                  <a:ea typeface="+mn-ea"/>
                  <a:cs typeface="+mn-cs"/>
                </a:rPr>
                <a:t>Allocate Eurostat national * NACE waste statistics to facilities. </a:t>
              </a:r>
            </a:p>
            <a:p>
              <a:pPr marL="278663" indent="-278663" defTabSz="445861">
                <a:spcAft>
                  <a:spcPts val="552"/>
                </a:spcAft>
                <a:buFontTx/>
                <a:buChar char="-"/>
              </a:pPr>
              <a:r>
                <a:rPr lang="en-FI" sz="1170" b="1" kern="1200" dirty="0">
                  <a:solidFill>
                    <a:schemeClr val="bg1"/>
                  </a:solidFill>
                  <a:latin typeface="+mn-lt"/>
                  <a:ea typeface="+mn-ea"/>
                  <a:cs typeface="+mn-cs"/>
                </a:rPr>
                <a:t>Generated waste/Reported wate = Recovery maturity</a:t>
              </a:r>
            </a:p>
            <a:p>
              <a:pPr marL="278663" indent="-278663" defTabSz="445861">
                <a:spcAft>
                  <a:spcPts val="552"/>
                </a:spcAft>
                <a:buFontTx/>
                <a:buChar char="-"/>
              </a:pPr>
              <a:endParaRPr lang="en-FI" sz="1170" b="1" kern="1200" dirty="0">
                <a:solidFill>
                  <a:schemeClr val="bg1"/>
                </a:solidFill>
                <a:latin typeface="+mn-lt"/>
                <a:ea typeface="+mn-ea"/>
                <a:cs typeface="+mn-cs"/>
              </a:endParaRPr>
            </a:p>
            <a:p>
              <a:pPr defTabSz="445861">
                <a:spcAft>
                  <a:spcPts val="552"/>
                </a:spcAft>
              </a:pPr>
              <a:r>
                <a:rPr lang="en-FI" sz="1170" b="1" kern="1200" dirty="0">
                  <a:solidFill>
                    <a:schemeClr val="bg1"/>
                  </a:solidFill>
                  <a:latin typeface="+mn-lt"/>
                  <a:ea typeface="+mn-ea"/>
                  <a:cs typeface="+mn-cs"/>
                </a:rPr>
                <a:t>-&gt; Reports </a:t>
              </a:r>
              <a:r>
                <a:rPr lang="en-FI" sz="1170" kern="1200" dirty="0">
                  <a:solidFill>
                    <a:schemeClr val="bg1"/>
                  </a:solidFill>
                  <a:latin typeface="+mn-lt"/>
                  <a:ea typeface="+mn-ea"/>
                  <a:cs typeface="+mn-cs"/>
                </a:rPr>
                <a:t>∼</a:t>
              </a:r>
              <a:r>
                <a:rPr lang="en-FI" sz="1170" b="1" kern="1200" dirty="0">
                  <a:solidFill>
                    <a:schemeClr val="bg1"/>
                  </a:solidFill>
                  <a:latin typeface="+mn-lt"/>
                  <a:ea typeface="+mn-ea"/>
                  <a:cs typeface="+mn-cs"/>
                </a:rPr>
                <a:t>70-100k tonnes waste = high recovery maturity! </a:t>
              </a:r>
            </a:p>
            <a:p>
              <a:pPr marL="278663" indent="-278663" defTabSz="445861">
                <a:spcAft>
                  <a:spcPts val="552"/>
                </a:spcAft>
                <a:buFontTx/>
                <a:buChar char="-"/>
              </a:pPr>
              <a:endParaRPr lang="en-FI" sz="1170" b="1" kern="1200" dirty="0">
                <a:solidFill>
                  <a:schemeClr val="bg1"/>
                </a:solidFill>
                <a:latin typeface="+mn-lt"/>
                <a:ea typeface="+mn-ea"/>
                <a:cs typeface="+mn-cs"/>
              </a:endParaRPr>
            </a:p>
            <a:p>
              <a:pPr marL="278663" indent="-278663" defTabSz="445861">
                <a:spcAft>
                  <a:spcPts val="552"/>
                </a:spcAft>
                <a:buFontTx/>
                <a:buChar char="-"/>
              </a:pPr>
              <a:endParaRPr lang="en-FI" sz="1170" b="1" kern="1200" dirty="0">
                <a:solidFill>
                  <a:schemeClr val="bg1"/>
                </a:solidFill>
                <a:latin typeface="+mn-lt"/>
                <a:ea typeface="+mn-ea"/>
                <a:cs typeface="+mn-cs"/>
              </a:endParaRPr>
            </a:p>
            <a:p>
              <a:pPr marL="285750" indent="-285750">
                <a:spcAft>
                  <a:spcPts val="600"/>
                </a:spcAft>
                <a:buFontTx/>
                <a:buChar char="-"/>
              </a:pPr>
              <a:endParaRPr lang="en-FI" sz="1200" b="1" dirty="0">
                <a:solidFill>
                  <a:schemeClr val="bg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none">
            <a:spAutoFit/>
          </a:bodyPr>
          <a:lstStyle/>
          <a:p>
            <a:pPr>
              <a:defRPr sz="3200" b="1"/>
            </a:pPr>
            <a:r>
              <a:t>Method Pipeline</a:t>
            </a:r>
          </a:p>
        </p:txBody>
      </p:sp>
      <p:sp>
        <p:nvSpPr>
          <p:cNvPr id="3" name="Rounded Rectangle 2"/>
          <p:cNvSpPr/>
          <p:nvPr/>
        </p:nvSpPr>
        <p:spPr>
          <a:xfrm>
            <a:off x="457200" y="3419209"/>
            <a:ext cx="2333297" cy="549688"/>
          </a:xfrm>
          <a:prstGeom prst="round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chemeClr val="bg1"/>
                </a:solidFill>
              </a:defRPr>
            </a:pPr>
            <a:r>
              <a:rPr sz="1200" dirty="0"/>
              <a:t>Process Technology Classification</a:t>
            </a:r>
          </a:p>
        </p:txBody>
      </p:sp>
      <p:sp>
        <p:nvSpPr>
          <p:cNvPr id="4" name="Rounded Rectangle 3"/>
          <p:cNvSpPr/>
          <p:nvPr/>
        </p:nvSpPr>
        <p:spPr>
          <a:xfrm>
            <a:off x="3969756" y="3421117"/>
            <a:ext cx="2333297" cy="549688"/>
          </a:xfrm>
          <a:prstGeom prst="round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chemeClr val="bg1"/>
                </a:solidFill>
              </a:defRPr>
            </a:pPr>
            <a:r>
              <a:rPr sz="1200" dirty="0"/>
              <a:t>Process Waste Estimation per Facility</a:t>
            </a:r>
          </a:p>
        </p:txBody>
      </p:sp>
      <p:sp>
        <p:nvSpPr>
          <p:cNvPr id="5" name="Rounded Rectangle 4"/>
          <p:cNvSpPr/>
          <p:nvPr/>
        </p:nvSpPr>
        <p:spPr>
          <a:xfrm>
            <a:off x="3969757" y="5399167"/>
            <a:ext cx="2333297" cy="670562"/>
          </a:xfrm>
          <a:prstGeom prst="round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chemeClr val="bg1"/>
                </a:solidFill>
              </a:defRPr>
            </a:pPr>
            <a:r>
              <a:rPr sz="1200" dirty="0"/>
              <a:t>Allocation of National</a:t>
            </a:r>
            <a:r>
              <a:rPr lang="fi-FI" sz="1200" dirty="0"/>
              <a:t> * NACE</a:t>
            </a:r>
            <a:r>
              <a:rPr sz="1200" dirty="0"/>
              <a:t> Waste to Facilities</a:t>
            </a:r>
            <a:endParaRPr lang="fi-FI" sz="1200" dirty="0"/>
          </a:p>
        </p:txBody>
      </p:sp>
      <p:sp>
        <p:nvSpPr>
          <p:cNvPr id="6" name="Rounded Rectangle 5"/>
          <p:cNvSpPr/>
          <p:nvPr/>
        </p:nvSpPr>
        <p:spPr>
          <a:xfrm>
            <a:off x="9248052" y="4366523"/>
            <a:ext cx="2333297" cy="549688"/>
          </a:xfrm>
          <a:prstGeom prst="round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chemeClr val="bg1"/>
                </a:solidFill>
              </a:defRPr>
            </a:pPr>
            <a:r>
              <a:rPr sz="1200" dirty="0"/>
              <a:t>Geospatial Clustering of Recovery </a:t>
            </a:r>
            <a:r>
              <a:rPr lang="fi-FI" sz="1200" dirty="0" err="1"/>
              <a:t>Sources</a:t>
            </a:r>
            <a:endParaRPr sz="1200" dirty="0"/>
          </a:p>
        </p:txBody>
      </p:sp>
      <p:sp>
        <p:nvSpPr>
          <p:cNvPr id="10" name="Rounded Rectangle 9">
            <a:extLst>
              <a:ext uri="{FF2B5EF4-FFF2-40B4-BE49-F238E27FC236}">
                <a16:creationId xmlns:a16="http://schemas.microsoft.com/office/drawing/2014/main" id="{A15F7664-1D82-9C9D-F951-E34F17B532B3}"/>
              </a:ext>
            </a:extLst>
          </p:cNvPr>
          <p:cNvSpPr/>
          <p:nvPr/>
        </p:nvSpPr>
        <p:spPr>
          <a:xfrm>
            <a:off x="6303054" y="4366523"/>
            <a:ext cx="2333297" cy="549688"/>
          </a:xfrm>
          <a:prstGeom prst="round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chemeClr val="bg1"/>
                </a:solidFill>
              </a:defRPr>
            </a:pPr>
            <a:r>
              <a:rPr lang="fi-FI" sz="1200" dirty="0" err="1"/>
              <a:t>Recovery</a:t>
            </a:r>
            <a:r>
              <a:rPr lang="fi-FI" sz="1200" dirty="0"/>
              <a:t> </a:t>
            </a:r>
            <a:r>
              <a:rPr lang="fi-FI" sz="1200" dirty="0" err="1"/>
              <a:t>Maturity</a:t>
            </a:r>
            <a:r>
              <a:rPr lang="fi-FI" sz="1200" dirty="0"/>
              <a:t> </a:t>
            </a:r>
            <a:r>
              <a:rPr lang="fi-FI" sz="1200" dirty="0" err="1"/>
              <a:t>Indicator</a:t>
            </a:r>
            <a:endParaRPr sz="1200" dirty="0"/>
          </a:p>
        </p:txBody>
      </p:sp>
      <p:cxnSp>
        <p:nvCxnSpPr>
          <p:cNvPr id="12" name="Curved Connector 11">
            <a:extLst>
              <a:ext uri="{FF2B5EF4-FFF2-40B4-BE49-F238E27FC236}">
                <a16:creationId xmlns:a16="http://schemas.microsoft.com/office/drawing/2014/main" id="{29D51D77-08BF-9093-DC0C-6DC3900809F8}"/>
              </a:ext>
            </a:extLst>
          </p:cNvPr>
          <p:cNvCxnSpPr>
            <a:cxnSpLocks/>
            <a:stCxn id="3" idx="3"/>
            <a:endCxn id="4" idx="1"/>
          </p:cNvCxnSpPr>
          <p:nvPr/>
        </p:nvCxnSpPr>
        <p:spPr>
          <a:xfrm>
            <a:off x="2790497" y="3694053"/>
            <a:ext cx="1179259" cy="1908"/>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urved Connector 15">
            <a:extLst>
              <a:ext uri="{FF2B5EF4-FFF2-40B4-BE49-F238E27FC236}">
                <a16:creationId xmlns:a16="http://schemas.microsoft.com/office/drawing/2014/main" id="{D172D3FB-52E1-9DF8-D799-AFB71DA239FF}"/>
              </a:ext>
            </a:extLst>
          </p:cNvPr>
          <p:cNvCxnSpPr>
            <a:cxnSpLocks/>
            <a:stCxn id="4" idx="3"/>
            <a:endCxn id="10" idx="0"/>
          </p:cNvCxnSpPr>
          <p:nvPr/>
        </p:nvCxnSpPr>
        <p:spPr>
          <a:xfrm>
            <a:off x="6303053" y="3695961"/>
            <a:ext cx="1166650" cy="670562"/>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Curved Connector 40">
            <a:extLst>
              <a:ext uri="{FF2B5EF4-FFF2-40B4-BE49-F238E27FC236}">
                <a16:creationId xmlns:a16="http://schemas.microsoft.com/office/drawing/2014/main" id="{EA4C1B87-5894-3756-3425-FC51FD8D49A7}"/>
              </a:ext>
            </a:extLst>
          </p:cNvPr>
          <p:cNvCxnSpPr>
            <a:cxnSpLocks/>
            <a:stCxn id="5" idx="3"/>
            <a:endCxn id="10" idx="2"/>
          </p:cNvCxnSpPr>
          <p:nvPr/>
        </p:nvCxnSpPr>
        <p:spPr>
          <a:xfrm flipV="1">
            <a:off x="6303054" y="4916211"/>
            <a:ext cx="1166649" cy="818237"/>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Curved Connector 43">
            <a:extLst>
              <a:ext uri="{FF2B5EF4-FFF2-40B4-BE49-F238E27FC236}">
                <a16:creationId xmlns:a16="http://schemas.microsoft.com/office/drawing/2014/main" id="{03F0E2B3-A681-1924-811B-8101714990A0}"/>
              </a:ext>
            </a:extLst>
          </p:cNvPr>
          <p:cNvCxnSpPr>
            <a:cxnSpLocks/>
            <a:stCxn id="10" idx="3"/>
            <a:endCxn id="6" idx="1"/>
          </p:cNvCxnSpPr>
          <p:nvPr/>
        </p:nvCxnSpPr>
        <p:spPr>
          <a:xfrm>
            <a:off x="8636351" y="4641367"/>
            <a:ext cx="611701" cy="12700"/>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Curved Connector 44">
            <a:extLst>
              <a:ext uri="{FF2B5EF4-FFF2-40B4-BE49-F238E27FC236}">
                <a16:creationId xmlns:a16="http://schemas.microsoft.com/office/drawing/2014/main" id="{A5B4B6D3-5E26-1F4A-457C-C0334BE1052A}"/>
              </a:ext>
            </a:extLst>
          </p:cNvPr>
          <p:cNvCxnSpPr>
            <a:cxnSpLocks/>
            <a:stCxn id="4" idx="3"/>
            <a:endCxn id="6" idx="0"/>
          </p:cNvCxnSpPr>
          <p:nvPr/>
        </p:nvCxnSpPr>
        <p:spPr>
          <a:xfrm>
            <a:off x="6303053" y="3695961"/>
            <a:ext cx="4111648" cy="670562"/>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Curved Connector 45">
            <a:extLst>
              <a:ext uri="{FF2B5EF4-FFF2-40B4-BE49-F238E27FC236}">
                <a16:creationId xmlns:a16="http://schemas.microsoft.com/office/drawing/2014/main" id="{BB49FBF7-B913-78F3-53DC-399878A38937}"/>
              </a:ext>
            </a:extLst>
          </p:cNvPr>
          <p:cNvCxnSpPr>
            <a:cxnSpLocks/>
            <a:stCxn id="5" idx="3"/>
            <a:endCxn id="6" idx="2"/>
          </p:cNvCxnSpPr>
          <p:nvPr/>
        </p:nvCxnSpPr>
        <p:spPr>
          <a:xfrm flipV="1">
            <a:off x="6303054" y="4916211"/>
            <a:ext cx="4111647" cy="818237"/>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37F52018-F58C-F3F0-F903-6BAE869084A9}"/>
              </a:ext>
            </a:extLst>
          </p:cNvPr>
          <p:cNvSpPr txBox="1"/>
          <p:nvPr/>
        </p:nvSpPr>
        <p:spPr>
          <a:xfrm>
            <a:off x="457200" y="1005840"/>
            <a:ext cx="5159829" cy="1200329"/>
          </a:xfrm>
          <a:prstGeom prst="rect">
            <a:avLst/>
          </a:prstGeom>
          <a:noFill/>
        </p:spPr>
        <p:txBody>
          <a:bodyPr wrap="square" rtlCol="0">
            <a:spAutoFit/>
          </a:bodyPr>
          <a:lstStyle/>
          <a:p>
            <a:pPr marL="342900" indent="-342900">
              <a:buAutoNum type="arabicPeriod"/>
            </a:pPr>
            <a:r>
              <a:rPr lang="en-FI" dirty="0"/>
              <a:t>Process Technology Classification</a:t>
            </a:r>
          </a:p>
          <a:p>
            <a:pPr marL="342900" indent="-342900">
              <a:buAutoNum type="arabicPeriod"/>
            </a:pPr>
            <a:r>
              <a:rPr lang="en-FI" dirty="0"/>
              <a:t>Process Waste Estimation</a:t>
            </a:r>
          </a:p>
          <a:p>
            <a:pPr marL="342900" indent="-342900">
              <a:buAutoNum type="arabicPeriod"/>
            </a:pPr>
            <a:r>
              <a:rPr lang="en-FI" dirty="0"/>
              <a:t>Allocation of Reported National * NACE Waste</a:t>
            </a:r>
          </a:p>
          <a:p>
            <a:pPr marL="342900" indent="-342900">
              <a:buAutoNum type="arabicPeriod"/>
            </a:pPr>
            <a:r>
              <a:rPr lang="en-FI" dirty="0"/>
              <a:t>Geospatial Clustering of Recovery Sources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2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anchor="b">
            <a:normAutofit/>
          </a:bodyPr>
          <a:lstStyle/>
          <a:p>
            <a:pPr algn="r"/>
            <a:r>
              <a:rPr lang="en-GB" sz="4000">
                <a:solidFill>
                  <a:srgbClr val="FFFFFF"/>
                </a:solidFill>
              </a:rPr>
              <a:t>Demo of Method Components</a:t>
            </a:r>
          </a:p>
        </p:txBody>
      </p:sp>
      <p:sp>
        <p:nvSpPr>
          <p:cNvPr id="3" name="Content Placeholder 2"/>
          <p:cNvSpPr>
            <a:spLocks noGrp="1"/>
          </p:cNvSpPr>
          <p:nvPr>
            <p:ph idx="1"/>
          </p:nvPr>
        </p:nvSpPr>
        <p:spPr>
          <a:xfrm>
            <a:off x="4810259" y="649480"/>
            <a:ext cx="6555347" cy="5546047"/>
          </a:xfrm>
        </p:spPr>
        <p:txBody>
          <a:bodyPr anchor="ctr">
            <a:normAutofit/>
          </a:bodyPr>
          <a:lstStyle/>
          <a:p>
            <a:pPr>
              <a:lnSpc>
                <a:spcPct val="90000"/>
              </a:lnSpc>
              <a:defRPr sz="1800"/>
            </a:pPr>
            <a:r>
              <a:rPr lang="fi-FI" sz="1900" dirty="0" err="1"/>
              <a:t>All</a:t>
            </a:r>
            <a:r>
              <a:rPr lang="fi-FI" sz="1900" dirty="0"/>
              <a:t> </a:t>
            </a:r>
            <a:r>
              <a:rPr lang="fi-FI" sz="1900" dirty="0" err="1"/>
              <a:t>results</a:t>
            </a:r>
            <a:r>
              <a:rPr lang="fi-FI" sz="1900" dirty="0"/>
              <a:t> </a:t>
            </a:r>
            <a:r>
              <a:rPr lang="fi-FI" sz="1900" dirty="0" err="1"/>
              <a:t>are</a:t>
            </a:r>
            <a:r>
              <a:rPr lang="fi-FI" sz="1900" dirty="0"/>
              <a:t> </a:t>
            </a:r>
            <a:r>
              <a:rPr lang="fi-FI" sz="1900" dirty="0" err="1"/>
              <a:t>preliminary</a:t>
            </a:r>
            <a:r>
              <a:rPr lang="fi-FI" sz="1900" dirty="0"/>
              <a:t> and </a:t>
            </a:r>
            <a:r>
              <a:rPr lang="fi-FI" sz="1900" dirty="0" err="1"/>
              <a:t>haven’t</a:t>
            </a:r>
            <a:r>
              <a:rPr lang="fi-FI" sz="1900" dirty="0"/>
              <a:t> </a:t>
            </a:r>
            <a:r>
              <a:rPr lang="fi-FI" sz="1900" dirty="0" err="1"/>
              <a:t>been</a:t>
            </a:r>
            <a:r>
              <a:rPr lang="fi-FI" sz="1900" dirty="0"/>
              <a:t> </a:t>
            </a:r>
            <a:r>
              <a:rPr lang="fi-FI" sz="1900" dirty="0" err="1"/>
              <a:t>verified</a:t>
            </a:r>
            <a:r>
              <a:rPr lang="fi-FI" sz="1900" dirty="0"/>
              <a:t> to </a:t>
            </a:r>
            <a:r>
              <a:rPr lang="fi-FI" sz="1900" dirty="0" err="1"/>
              <a:t>be</a:t>
            </a:r>
            <a:r>
              <a:rPr lang="fi-FI" sz="1900" dirty="0"/>
              <a:t> </a:t>
            </a:r>
            <a:r>
              <a:rPr lang="fi-FI" sz="1900" dirty="0" err="1"/>
              <a:t>accurate</a:t>
            </a:r>
            <a:r>
              <a:rPr lang="fi-FI" sz="1900" dirty="0"/>
              <a:t>.</a:t>
            </a:r>
          </a:p>
          <a:p>
            <a:pPr>
              <a:lnSpc>
                <a:spcPct val="90000"/>
              </a:lnSpc>
              <a:defRPr sz="1800"/>
            </a:pPr>
            <a:r>
              <a:rPr lang="fi-FI" sz="1900" dirty="0" err="1"/>
              <a:t>Think</a:t>
            </a:r>
            <a:r>
              <a:rPr lang="fi-FI" sz="1900" dirty="0"/>
              <a:t> of </a:t>
            </a:r>
            <a:r>
              <a:rPr lang="fi-FI" sz="1900" dirty="0" err="1"/>
              <a:t>this</a:t>
            </a:r>
            <a:r>
              <a:rPr lang="fi-FI" sz="1900" dirty="0"/>
              <a:t> demo as </a:t>
            </a:r>
            <a:r>
              <a:rPr lang="fi-FI" sz="1900" dirty="0" err="1"/>
              <a:t>very</a:t>
            </a:r>
            <a:r>
              <a:rPr lang="fi-FI" sz="1900" dirty="0"/>
              <a:t> </a:t>
            </a:r>
            <a:r>
              <a:rPr lang="fi-FI" sz="1900" dirty="0" err="1"/>
              <a:t>basic</a:t>
            </a:r>
            <a:r>
              <a:rPr lang="fi-FI" sz="1900" dirty="0"/>
              <a:t> and </a:t>
            </a:r>
            <a:r>
              <a:rPr lang="fi-FI" sz="1900" dirty="0" err="1"/>
              <a:t>only</a:t>
            </a:r>
            <a:r>
              <a:rPr lang="fi-FI" sz="1900" dirty="0"/>
              <a:t> to </a:t>
            </a:r>
            <a:r>
              <a:rPr lang="fi-FI" sz="1900" dirty="0" err="1"/>
              <a:t>visualise</a:t>
            </a:r>
            <a:r>
              <a:rPr lang="fi-FI" sz="1900" dirty="0"/>
              <a:t> </a:t>
            </a:r>
            <a:r>
              <a:rPr lang="fi-FI" sz="1900" dirty="0" err="1"/>
              <a:t>the</a:t>
            </a:r>
            <a:r>
              <a:rPr lang="fi-FI" sz="1900" dirty="0"/>
              <a:t> </a:t>
            </a:r>
            <a:r>
              <a:rPr lang="fi-FI" sz="1900" dirty="0" err="1"/>
              <a:t>concept</a:t>
            </a:r>
            <a:r>
              <a:rPr lang="fi-FI" sz="1900" dirty="0"/>
              <a:t> of </a:t>
            </a:r>
            <a:r>
              <a:rPr lang="fi-FI" sz="1900" dirty="0" err="1"/>
              <a:t>the</a:t>
            </a:r>
            <a:r>
              <a:rPr lang="fi-FI" sz="1900" dirty="0"/>
              <a:t> </a:t>
            </a:r>
            <a:r>
              <a:rPr lang="fi-FI" sz="1900" dirty="0" err="1"/>
              <a:t>current</a:t>
            </a:r>
            <a:r>
              <a:rPr lang="fi-FI" sz="1900" dirty="0"/>
              <a:t> </a:t>
            </a:r>
            <a:r>
              <a:rPr lang="fi-FI" sz="1900" dirty="0" err="1"/>
              <a:t>method</a:t>
            </a:r>
            <a:r>
              <a:rPr lang="fi-FI" sz="1900" dirty="0"/>
              <a:t>.</a:t>
            </a:r>
          </a:p>
          <a:p>
            <a:pPr>
              <a:lnSpc>
                <a:spcPct val="90000"/>
              </a:lnSpc>
              <a:defRPr sz="1800"/>
            </a:pPr>
            <a:endParaRPr lang="fi-FI" sz="1600" dirty="0"/>
          </a:p>
          <a:p>
            <a:pPr>
              <a:lnSpc>
                <a:spcPct val="90000"/>
              </a:lnSpc>
              <a:defRPr sz="1800"/>
            </a:pPr>
            <a:r>
              <a:rPr lang="fi-FI" sz="1800" dirty="0" err="1"/>
              <a:t>Process</a:t>
            </a:r>
            <a:r>
              <a:rPr lang="fi-FI" sz="1800" dirty="0"/>
              <a:t> </a:t>
            </a:r>
            <a:r>
              <a:rPr lang="fi-FI" sz="1800" dirty="0" err="1"/>
              <a:t>technology</a:t>
            </a:r>
            <a:r>
              <a:rPr lang="fi-FI" sz="1800" dirty="0"/>
              <a:t> </a:t>
            </a:r>
            <a:r>
              <a:rPr lang="fi-FI" sz="1800" dirty="0" err="1"/>
              <a:t>classification</a:t>
            </a:r>
            <a:endParaRPr lang="fi-FI" sz="1800" dirty="0"/>
          </a:p>
          <a:p>
            <a:pPr lvl="1">
              <a:lnSpc>
                <a:spcPct val="90000"/>
              </a:lnSpc>
              <a:defRPr sz="1600"/>
            </a:pPr>
            <a:r>
              <a:rPr lang="fi-FI" sz="1400" dirty="0" err="1"/>
              <a:t>Emissions-based</a:t>
            </a:r>
            <a:endParaRPr lang="fi-FI" sz="1400" dirty="0"/>
          </a:p>
          <a:p>
            <a:pPr>
              <a:lnSpc>
                <a:spcPct val="90000"/>
              </a:lnSpc>
              <a:defRPr sz="1600"/>
            </a:pPr>
            <a:r>
              <a:rPr lang="fi-FI" sz="1800" dirty="0" err="1"/>
              <a:t>Process</a:t>
            </a:r>
            <a:r>
              <a:rPr lang="fi-FI" sz="1800" dirty="0"/>
              <a:t> </a:t>
            </a:r>
            <a:r>
              <a:rPr lang="fi-FI" sz="1800" dirty="0" err="1"/>
              <a:t>waste</a:t>
            </a:r>
            <a:r>
              <a:rPr lang="fi-FI" sz="1800" dirty="0"/>
              <a:t> </a:t>
            </a:r>
            <a:r>
              <a:rPr lang="fi-FI" sz="1800" dirty="0" err="1"/>
              <a:t>estimation</a:t>
            </a:r>
            <a:r>
              <a:rPr lang="fi-FI" sz="1800" dirty="0"/>
              <a:t> per </a:t>
            </a:r>
            <a:r>
              <a:rPr lang="fi-FI" sz="1800" dirty="0" err="1"/>
              <a:t>facility</a:t>
            </a:r>
            <a:endParaRPr lang="fi-FI" sz="1800" dirty="0"/>
          </a:p>
          <a:p>
            <a:pPr lvl="1">
              <a:lnSpc>
                <a:spcPct val="90000"/>
              </a:lnSpc>
              <a:defRPr sz="1600"/>
            </a:pPr>
            <a:r>
              <a:rPr lang="fi-FI" sz="1400" dirty="0" err="1"/>
              <a:t>Supervised</a:t>
            </a:r>
            <a:r>
              <a:rPr lang="fi-FI" sz="1400" dirty="0"/>
              <a:t>/</a:t>
            </a:r>
            <a:r>
              <a:rPr lang="fi-FI" sz="1400" dirty="0" err="1"/>
              <a:t>rules-based</a:t>
            </a:r>
            <a:r>
              <a:rPr lang="fi-FI" sz="1400" dirty="0"/>
              <a:t> </a:t>
            </a:r>
            <a:r>
              <a:rPr lang="fi-FI" sz="1400" dirty="0" err="1"/>
              <a:t>with</a:t>
            </a:r>
            <a:r>
              <a:rPr lang="fi-FI" sz="1400" dirty="0"/>
              <a:t> </a:t>
            </a:r>
            <a:r>
              <a:rPr lang="fi-FI" sz="1400" dirty="0" err="1"/>
              <a:t>process</a:t>
            </a:r>
            <a:r>
              <a:rPr lang="fi-FI" sz="1400" dirty="0"/>
              <a:t> I/O data</a:t>
            </a:r>
          </a:p>
          <a:p>
            <a:pPr>
              <a:lnSpc>
                <a:spcPct val="90000"/>
              </a:lnSpc>
              <a:defRPr sz="1800"/>
            </a:pPr>
            <a:r>
              <a:rPr lang="fi-FI" sz="1800" dirty="0" err="1"/>
              <a:t>Possible</a:t>
            </a:r>
            <a:r>
              <a:rPr lang="fi-FI" sz="1800" dirty="0"/>
              <a:t> </a:t>
            </a:r>
            <a:r>
              <a:rPr lang="fi-FI" sz="1800" dirty="0" err="1"/>
              <a:t>allocation</a:t>
            </a:r>
            <a:r>
              <a:rPr lang="fi-FI" sz="1800" dirty="0"/>
              <a:t> </a:t>
            </a:r>
            <a:r>
              <a:rPr lang="fi-FI" sz="1800" dirty="0" err="1"/>
              <a:t>methods</a:t>
            </a:r>
            <a:endParaRPr lang="fi-FI" sz="1800" dirty="0"/>
          </a:p>
          <a:p>
            <a:pPr lvl="1">
              <a:lnSpc>
                <a:spcPct val="90000"/>
              </a:lnSpc>
              <a:defRPr sz="1800"/>
            </a:pPr>
            <a:r>
              <a:rPr lang="fi-FI" sz="1400" dirty="0" err="1"/>
              <a:t>Emissions</a:t>
            </a:r>
            <a:r>
              <a:rPr lang="fi-FI" sz="1400" dirty="0"/>
              <a:t> </a:t>
            </a:r>
            <a:r>
              <a:rPr lang="fi-FI" sz="1400" dirty="0" err="1"/>
              <a:t>basis</a:t>
            </a:r>
            <a:r>
              <a:rPr lang="fi-FI" sz="1400" dirty="0"/>
              <a:t> (E-PRTR data)</a:t>
            </a:r>
          </a:p>
          <a:p>
            <a:pPr lvl="1">
              <a:lnSpc>
                <a:spcPct val="90000"/>
              </a:lnSpc>
              <a:defRPr sz="1600"/>
            </a:pPr>
            <a:r>
              <a:rPr lang="fi-FI" sz="1400" dirty="0" err="1"/>
              <a:t>Gross-value</a:t>
            </a:r>
            <a:r>
              <a:rPr lang="fi-FI" sz="1400" dirty="0"/>
              <a:t> </a:t>
            </a:r>
            <a:r>
              <a:rPr lang="fi-FI" sz="1400" dirty="0" err="1"/>
              <a:t>added</a:t>
            </a:r>
            <a:r>
              <a:rPr lang="fi-FI" sz="1400" dirty="0"/>
              <a:t> </a:t>
            </a:r>
            <a:r>
              <a:rPr lang="fi-FI" sz="1400" dirty="0" err="1"/>
              <a:t>basis</a:t>
            </a:r>
            <a:r>
              <a:rPr lang="fi-FI" sz="1400" dirty="0"/>
              <a:t> (</a:t>
            </a:r>
            <a:r>
              <a:rPr lang="fi-FI" sz="1400" dirty="0" err="1"/>
              <a:t>Economic</a:t>
            </a:r>
            <a:r>
              <a:rPr lang="fi-FI" sz="1400" dirty="0"/>
              <a:t> data)</a:t>
            </a:r>
          </a:p>
          <a:p>
            <a:pPr lvl="1">
              <a:lnSpc>
                <a:spcPct val="90000"/>
              </a:lnSpc>
              <a:defRPr sz="1600"/>
            </a:pPr>
            <a:r>
              <a:rPr lang="fi-FI" sz="1400" dirty="0" err="1"/>
              <a:t>Regional</a:t>
            </a:r>
            <a:r>
              <a:rPr lang="fi-FI" sz="1400" dirty="0"/>
              <a:t> SBS </a:t>
            </a:r>
            <a:r>
              <a:rPr lang="fi-FI" sz="1400" dirty="0" err="1"/>
              <a:t>basis</a:t>
            </a:r>
            <a:r>
              <a:rPr lang="fi-FI" sz="1400" dirty="0"/>
              <a:t> (Eurostat business </a:t>
            </a:r>
            <a:r>
              <a:rPr lang="fi-FI" sz="1400" dirty="0" err="1"/>
              <a:t>stats</a:t>
            </a:r>
            <a:r>
              <a:rPr lang="fi-FI" sz="1400" dirty="0"/>
              <a:t>)</a:t>
            </a:r>
          </a:p>
          <a:p>
            <a:pPr>
              <a:lnSpc>
                <a:spcPct val="90000"/>
              </a:lnSpc>
              <a:defRPr sz="1800"/>
            </a:pPr>
            <a:r>
              <a:rPr lang="fi-FI" sz="1800" dirty="0" err="1"/>
              <a:t>Geospatial</a:t>
            </a:r>
            <a:r>
              <a:rPr lang="fi-FI" sz="1800" dirty="0"/>
              <a:t> </a:t>
            </a:r>
            <a:r>
              <a:rPr lang="fi-FI" sz="1800" dirty="0" err="1"/>
              <a:t>clustering</a:t>
            </a:r>
            <a:r>
              <a:rPr lang="fi-FI" sz="1800" dirty="0"/>
              <a:t> of </a:t>
            </a:r>
            <a:r>
              <a:rPr lang="fi-FI" sz="1800" dirty="0" err="1"/>
              <a:t>recovery</a:t>
            </a:r>
            <a:r>
              <a:rPr lang="fi-FI" sz="1800" dirty="0"/>
              <a:t> </a:t>
            </a:r>
            <a:r>
              <a:rPr lang="fi-FI" sz="1800" dirty="0" err="1"/>
              <a:t>markets</a:t>
            </a:r>
            <a:endParaRPr lang="fi-FI" sz="1800" dirty="0"/>
          </a:p>
          <a:p>
            <a:pPr lvl="1">
              <a:lnSpc>
                <a:spcPct val="90000"/>
              </a:lnSpc>
              <a:defRPr sz="1800"/>
            </a:pPr>
            <a:r>
              <a:rPr lang="fi-FI" sz="1400" dirty="0"/>
              <a:t>Group </a:t>
            </a:r>
            <a:r>
              <a:rPr lang="fi-FI" sz="1400" dirty="0" err="1"/>
              <a:t>facilities</a:t>
            </a:r>
            <a:r>
              <a:rPr lang="fi-FI" sz="1400" dirty="0"/>
              <a:t> </a:t>
            </a:r>
            <a:r>
              <a:rPr lang="fi-FI" sz="1400" dirty="0" err="1"/>
              <a:t>based</a:t>
            </a:r>
            <a:r>
              <a:rPr lang="fi-FI" sz="1400" dirty="0"/>
              <a:t> on </a:t>
            </a:r>
            <a:r>
              <a:rPr lang="fi-FI" sz="1400" dirty="0" err="1"/>
              <a:t>similarities</a:t>
            </a:r>
            <a:r>
              <a:rPr lang="fi-FI" sz="1400" dirty="0"/>
              <a:t> in </a:t>
            </a:r>
            <a:r>
              <a:rPr lang="fi-FI" sz="1400" dirty="0" err="1"/>
              <a:t>regions</a:t>
            </a:r>
            <a:r>
              <a:rPr lang="fi-FI" sz="1400" dirty="0"/>
              <a:t>/</a:t>
            </a:r>
            <a:r>
              <a:rPr lang="fi-FI" sz="1400" dirty="0" err="1"/>
              <a:t>industries</a:t>
            </a:r>
            <a:r>
              <a:rPr lang="fi-FI" sz="1400" dirty="0"/>
              <a:t>/</a:t>
            </a:r>
            <a:r>
              <a:rPr lang="fi-FI" sz="1400" dirty="0" err="1"/>
              <a:t>wastes</a:t>
            </a:r>
            <a:endParaRPr lang="fi-FI" sz="1400" dirty="0"/>
          </a:p>
          <a:p>
            <a:pPr lvl="1">
              <a:lnSpc>
                <a:spcPct val="90000"/>
              </a:lnSpc>
              <a:defRPr sz="1800"/>
            </a:pPr>
            <a:r>
              <a:rPr lang="fi-FI" sz="1400" dirty="0" err="1"/>
              <a:t>Which</a:t>
            </a:r>
            <a:r>
              <a:rPr lang="fi-FI" sz="1400" dirty="0"/>
              <a:t> </a:t>
            </a:r>
            <a:r>
              <a:rPr lang="fi-FI" sz="1400" dirty="0" err="1"/>
              <a:t>regions</a:t>
            </a:r>
            <a:r>
              <a:rPr lang="fi-FI" sz="1400" dirty="0"/>
              <a:t>/</a:t>
            </a:r>
            <a:r>
              <a:rPr lang="fi-FI" sz="1400" dirty="0" err="1"/>
              <a:t>industries</a:t>
            </a:r>
            <a:r>
              <a:rPr lang="fi-FI" sz="1400" dirty="0"/>
              <a:t>/</a:t>
            </a:r>
            <a:r>
              <a:rPr lang="fi-FI" sz="1400" dirty="0" err="1"/>
              <a:t>wastes</a:t>
            </a:r>
            <a:r>
              <a:rPr lang="fi-FI" sz="1400" dirty="0"/>
              <a:t> </a:t>
            </a:r>
            <a:r>
              <a:rPr lang="fi-FI" sz="1400" dirty="0" err="1"/>
              <a:t>are</a:t>
            </a:r>
            <a:r>
              <a:rPr lang="fi-FI" sz="1400" dirty="0"/>
              <a:t> </a:t>
            </a:r>
            <a:r>
              <a:rPr lang="fi-FI" sz="1400" dirty="0" err="1"/>
              <a:t>interesting</a:t>
            </a:r>
            <a:r>
              <a:rPr lang="fi-FI" sz="1400" dirty="0"/>
              <a:t> </a:t>
            </a:r>
            <a:r>
              <a:rPr lang="fi-FI" sz="1400" dirty="0" err="1"/>
              <a:t>from</a:t>
            </a:r>
            <a:r>
              <a:rPr lang="fi-FI" sz="1400" dirty="0"/>
              <a:t> </a:t>
            </a:r>
            <a:r>
              <a:rPr lang="fi-FI" sz="1400" dirty="0" err="1"/>
              <a:t>Ragn-sells</a:t>
            </a:r>
            <a:r>
              <a:rPr lang="fi-FI" sz="1400" dirty="0"/>
              <a:t> </a:t>
            </a:r>
            <a:r>
              <a:rPr lang="fi-FI" sz="1400" dirty="0" err="1"/>
              <a:t>perspective</a:t>
            </a:r>
            <a:r>
              <a:rPr lang="fi-FI" sz="14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Overview</a:t>
            </a:r>
          </a:p>
        </p:txBody>
      </p:sp>
      <p:sp>
        <p:nvSpPr>
          <p:cNvPr id="3" name="Content Placeholder 2"/>
          <p:cNvSpPr>
            <a:spLocks noGrp="1"/>
          </p:cNvSpPr>
          <p:nvPr>
            <p:ph idx="1"/>
          </p:nvPr>
        </p:nvSpPr>
        <p:spPr/>
        <p:txBody>
          <a:bodyPr/>
          <a:lstStyle/>
          <a:p>
            <a:pPr>
              <a:defRPr sz="1800"/>
            </a:pPr>
            <a:r>
              <a:rPr dirty="0"/>
              <a:t>E-PRTR data (Keystone data - emission fingerprints)</a:t>
            </a:r>
          </a:p>
          <a:p>
            <a:pPr lvl="1">
              <a:defRPr sz="1600"/>
            </a:pPr>
            <a:r>
              <a:rPr dirty="0"/>
              <a:t>1: Classify process technology</a:t>
            </a:r>
          </a:p>
          <a:p>
            <a:pPr lvl="1">
              <a:defRPr sz="1600"/>
            </a:pPr>
            <a:r>
              <a:rPr dirty="0"/>
              <a:t>2: Estimate process waste generation</a:t>
            </a:r>
          </a:p>
          <a:p>
            <a:pPr lvl="1">
              <a:defRPr sz="1600"/>
            </a:pPr>
            <a:r>
              <a:rPr dirty="0"/>
              <a:t>3: Allocating</a:t>
            </a:r>
            <a:r>
              <a:rPr lang="fi-FI" dirty="0"/>
              <a:t> </a:t>
            </a:r>
            <a:r>
              <a:rPr dirty="0"/>
              <a:t>reported national × NACE waste</a:t>
            </a:r>
            <a:r>
              <a:rPr lang="fi-FI" dirty="0"/>
              <a:t> to </a:t>
            </a:r>
            <a:r>
              <a:rPr lang="fi-FI" dirty="0" err="1"/>
              <a:t>facilities</a:t>
            </a:r>
            <a:endParaRPr dirty="0"/>
          </a:p>
        </p:txBody>
      </p:sp>
      <p:pic>
        <p:nvPicPr>
          <p:cNvPr id="5" name="Picture 4" descr="A screenshot of a computer&#10;&#10;AI-generated content may be incorrect.">
            <a:extLst>
              <a:ext uri="{FF2B5EF4-FFF2-40B4-BE49-F238E27FC236}">
                <a16:creationId xmlns:a16="http://schemas.microsoft.com/office/drawing/2014/main" id="{57C179B3-FDDD-4370-32F0-A3D4781BF675}"/>
              </a:ext>
            </a:extLst>
          </p:cNvPr>
          <p:cNvPicPr>
            <a:picLocks noChangeAspect="1"/>
          </p:cNvPicPr>
          <p:nvPr/>
        </p:nvPicPr>
        <p:blipFill>
          <a:blip r:embed="rId3"/>
          <a:stretch>
            <a:fillRect/>
          </a:stretch>
        </p:blipFill>
        <p:spPr>
          <a:xfrm>
            <a:off x="8106032" y="1600200"/>
            <a:ext cx="3293477" cy="3683613"/>
          </a:xfrm>
          <a:prstGeom prst="rect">
            <a:avLst/>
          </a:prstGeom>
        </p:spPr>
      </p:pic>
      <p:sp>
        <p:nvSpPr>
          <p:cNvPr id="6" name="TextBox 5">
            <a:extLst>
              <a:ext uri="{FF2B5EF4-FFF2-40B4-BE49-F238E27FC236}">
                <a16:creationId xmlns:a16="http://schemas.microsoft.com/office/drawing/2014/main" id="{A7F9F9B1-D402-829B-B96A-C5FDEEEC2094}"/>
              </a:ext>
            </a:extLst>
          </p:cNvPr>
          <p:cNvSpPr txBox="1"/>
          <p:nvPr/>
        </p:nvSpPr>
        <p:spPr>
          <a:xfrm>
            <a:off x="8130746" y="5900952"/>
            <a:ext cx="2387744" cy="369332"/>
          </a:xfrm>
          <a:prstGeom prst="rect">
            <a:avLst/>
          </a:prstGeom>
          <a:noFill/>
        </p:spPr>
        <p:txBody>
          <a:bodyPr wrap="square" rtlCol="0">
            <a:spAutoFit/>
          </a:bodyPr>
          <a:lstStyle/>
          <a:p>
            <a:r>
              <a:rPr lang="en-FI" dirty="0"/>
              <a:t>-&gt; BF + BOF tech</a:t>
            </a:r>
          </a:p>
        </p:txBody>
      </p:sp>
      <p:sp>
        <p:nvSpPr>
          <p:cNvPr id="7" name="TextBox 6">
            <a:extLst>
              <a:ext uri="{FF2B5EF4-FFF2-40B4-BE49-F238E27FC236}">
                <a16:creationId xmlns:a16="http://schemas.microsoft.com/office/drawing/2014/main" id="{75C28606-4E90-622A-6936-F725EE92E293}"/>
              </a:ext>
            </a:extLst>
          </p:cNvPr>
          <p:cNvSpPr txBox="1"/>
          <p:nvPr/>
        </p:nvSpPr>
        <p:spPr>
          <a:xfrm>
            <a:off x="8034079" y="5387499"/>
            <a:ext cx="4212820" cy="369332"/>
          </a:xfrm>
          <a:prstGeom prst="rect">
            <a:avLst/>
          </a:prstGeom>
          <a:noFill/>
        </p:spPr>
        <p:txBody>
          <a:bodyPr wrap="none" rtlCol="0">
            <a:spAutoFit/>
          </a:bodyPr>
          <a:lstStyle/>
          <a:p>
            <a:r>
              <a:rPr lang="en-FI" dirty="0"/>
              <a:t>Fig 1. Reported Air emissions of SSAB Luleå</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710C4-3B2C-D8F1-C658-F5B197470726}"/>
              </a:ext>
            </a:extLst>
          </p:cNvPr>
          <p:cNvSpPr>
            <a:spLocks noGrp="1"/>
          </p:cNvSpPr>
          <p:nvPr>
            <p:ph type="title"/>
          </p:nvPr>
        </p:nvSpPr>
        <p:spPr/>
        <p:txBody>
          <a:bodyPr/>
          <a:lstStyle/>
          <a:p>
            <a:r>
              <a:rPr lang="en-FI" dirty="0"/>
              <a:t>Data Overview</a:t>
            </a:r>
          </a:p>
        </p:txBody>
      </p:sp>
      <p:sp>
        <p:nvSpPr>
          <p:cNvPr id="3" name="Content Placeholder 2">
            <a:extLst>
              <a:ext uri="{FF2B5EF4-FFF2-40B4-BE49-F238E27FC236}">
                <a16:creationId xmlns:a16="http://schemas.microsoft.com/office/drawing/2014/main" id="{1A8A62F7-F28F-437F-21BC-8B685AFA61C5}"/>
              </a:ext>
            </a:extLst>
          </p:cNvPr>
          <p:cNvSpPr>
            <a:spLocks noGrp="1"/>
          </p:cNvSpPr>
          <p:nvPr>
            <p:ph idx="1"/>
          </p:nvPr>
        </p:nvSpPr>
        <p:spPr>
          <a:xfrm>
            <a:off x="457200" y="1600200"/>
            <a:ext cx="5869459" cy="4525963"/>
          </a:xfrm>
        </p:spPr>
        <p:txBody>
          <a:bodyPr/>
          <a:lstStyle/>
          <a:p>
            <a:pPr>
              <a:defRPr sz="1800"/>
            </a:pPr>
            <a:r>
              <a:rPr lang="en-GB" dirty="0"/>
              <a:t>BAT reference documents</a:t>
            </a:r>
          </a:p>
          <a:p>
            <a:pPr lvl="1">
              <a:defRPr sz="1800"/>
            </a:pPr>
            <a:r>
              <a:rPr lang="en-GB" dirty="0"/>
              <a:t>Gives I/O tables of processes.</a:t>
            </a:r>
          </a:p>
          <a:p>
            <a:pPr lvl="2">
              <a:defRPr sz="1600"/>
            </a:pPr>
            <a:r>
              <a:rPr lang="en-GB" dirty="0"/>
              <a:t>t CO₂/t LS, </a:t>
            </a:r>
          </a:p>
          <a:p>
            <a:pPr lvl="2">
              <a:defRPr sz="1600"/>
            </a:pPr>
            <a:r>
              <a:rPr lang="en-GB" dirty="0"/>
              <a:t>t Slag/t LS </a:t>
            </a:r>
          </a:p>
          <a:p>
            <a:pPr lvl="1">
              <a:defRPr sz="1600"/>
            </a:pPr>
            <a:r>
              <a:rPr lang="en-GB" dirty="0"/>
              <a:t>→ Compute: t Slag/t CO₂</a:t>
            </a:r>
          </a:p>
          <a:p>
            <a:pPr lvl="1">
              <a:defRPr sz="1600"/>
            </a:pPr>
            <a:r>
              <a:rPr lang="en-GB" dirty="0"/>
              <a:t>30 different BAT categories exist</a:t>
            </a:r>
          </a:p>
          <a:p>
            <a:pPr lvl="2">
              <a:defRPr sz="1600"/>
            </a:pPr>
            <a:r>
              <a:rPr lang="en-GB" dirty="0"/>
              <a:t>All of them don’t include I/O process tables</a:t>
            </a:r>
          </a:p>
          <a:p>
            <a:pPr lvl="2">
              <a:defRPr sz="1600"/>
            </a:pPr>
            <a:endParaRPr lang="en-GB" dirty="0"/>
          </a:p>
          <a:p>
            <a:pPr lvl="1">
              <a:defRPr sz="1600"/>
            </a:pPr>
            <a:r>
              <a:rPr lang="en-GB" dirty="0"/>
              <a:t>Not perfect, wide ranges of parameters.</a:t>
            </a:r>
          </a:p>
          <a:p>
            <a:endParaRPr lang="en-FI" dirty="0"/>
          </a:p>
        </p:txBody>
      </p:sp>
      <p:pic>
        <p:nvPicPr>
          <p:cNvPr id="9" name="Picture 8" descr="A cover of a book&#10;&#10;AI-generated content may be incorrect.">
            <a:extLst>
              <a:ext uri="{FF2B5EF4-FFF2-40B4-BE49-F238E27FC236}">
                <a16:creationId xmlns:a16="http://schemas.microsoft.com/office/drawing/2014/main" id="{A0D504F6-E558-3301-E968-E22FE711576B}"/>
              </a:ext>
            </a:extLst>
          </p:cNvPr>
          <p:cNvPicPr>
            <a:picLocks noChangeAspect="1"/>
          </p:cNvPicPr>
          <p:nvPr/>
        </p:nvPicPr>
        <p:blipFill>
          <a:blip r:embed="rId2"/>
          <a:stretch>
            <a:fillRect/>
          </a:stretch>
        </p:blipFill>
        <p:spPr>
          <a:xfrm>
            <a:off x="6829167" y="89287"/>
            <a:ext cx="4905633" cy="6929304"/>
          </a:xfrm>
          <a:prstGeom prst="rect">
            <a:avLst/>
          </a:prstGeom>
        </p:spPr>
      </p:pic>
      <p:pic>
        <p:nvPicPr>
          <p:cNvPr id="5" name="Picture 4" descr="A sheet of a paper with text&#10;&#10;AI-generated content may be incorrect.">
            <a:extLst>
              <a:ext uri="{FF2B5EF4-FFF2-40B4-BE49-F238E27FC236}">
                <a16:creationId xmlns:a16="http://schemas.microsoft.com/office/drawing/2014/main" id="{2E3E5A5C-0826-12A1-2303-6B8C54E4C26E}"/>
              </a:ext>
            </a:extLst>
          </p:cNvPr>
          <p:cNvPicPr>
            <a:picLocks noChangeAspect="1"/>
          </p:cNvPicPr>
          <p:nvPr/>
        </p:nvPicPr>
        <p:blipFill>
          <a:blip r:embed="rId3"/>
          <a:srcRect l="-2072" b="33873"/>
          <a:stretch>
            <a:fillRect/>
          </a:stretch>
        </p:blipFill>
        <p:spPr>
          <a:xfrm>
            <a:off x="7286367" y="436968"/>
            <a:ext cx="4653017" cy="4754563"/>
          </a:xfrm>
          <a:prstGeom prst="rect">
            <a:avLst/>
          </a:prstGeom>
        </p:spPr>
      </p:pic>
      <p:pic>
        <p:nvPicPr>
          <p:cNvPr id="7" name="Picture 6" descr="A sheet of a document with text&#10;&#10;AI-generated content may be incorrect.">
            <a:extLst>
              <a:ext uri="{FF2B5EF4-FFF2-40B4-BE49-F238E27FC236}">
                <a16:creationId xmlns:a16="http://schemas.microsoft.com/office/drawing/2014/main" id="{7DC11A5C-F4D3-38DF-4F46-304FD3DEF355}"/>
              </a:ext>
            </a:extLst>
          </p:cNvPr>
          <p:cNvPicPr>
            <a:picLocks noChangeAspect="1"/>
          </p:cNvPicPr>
          <p:nvPr/>
        </p:nvPicPr>
        <p:blipFill>
          <a:blip r:embed="rId4"/>
          <a:srcRect l="1722" b="26907"/>
          <a:stretch>
            <a:fillRect/>
          </a:stretch>
        </p:blipFill>
        <p:spPr>
          <a:xfrm>
            <a:off x="7286366" y="436968"/>
            <a:ext cx="4653017" cy="4754563"/>
          </a:xfrm>
          <a:prstGeom prst="rect">
            <a:avLst/>
          </a:prstGeom>
          <a:ln w="38100">
            <a:solidFill>
              <a:srgbClr val="FF0000"/>
            </a:solidFill>
          </a:ln>
        </p:spPr>
      </p:pic>
    </p:spTree>
    <p:extLst>
      <p:ext uri="{BB962C8B-B14F-4D97-AF65-F5344CB8AC3E}">
        <p14:creationId xmlns:p14="http://schemas.microsoft.com/office/powerpoint/2010/main" val="1104118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EE1AC-7B7B-DA43-B119-34817949229A}"/>
              </a:ext>
            </a:extLst>
          </p:cNvPr>
          <p:cNvSpPr>
            <a:spLocks noGrp="1"/>
          </p:cNvSpPr>
          <p:nvPr>
            <p:ph type="title"/>
          </p:nvPr>
        </p:nvSpPr>
        <p:spPr/>
        <p:txBody>
          <a:bodyPr/>
          <a:lstStyle/>
          <a:p>
            <a:r>
              <a:rPr lang="en-FI" dirty="0"/>
              <a:t>Data Overview</a:t>
            </a:r>
          </a:p>
        </p:txBody>
      </p:sp>
      <p:sp>
        <p:nvSpPr>
          <p:cNvPr id="3" name="Content Placeholder 2">
            <a:extLst>
              <a:ext uri="{FF2B5EF4-FFF2-40B4-BE49-F238E27FC236}">
                <a16:creationId xmlns:a16="http://schemas.microsoft.com/office/drawing/2014/main" id="{5A8D72F5-7B85-05F9-AC57-1B2071F78110}"/>
              </a:ext>
            </a:extLst>
          </p:cNvPr>
          <p:cNvSpPr>
            <a:spLocks noGrp="1"/>
          </p:cNvSpPr>
          <p:nvPr>
            <p:ph idx="1"/>
          </p:nvPr>
        </p:nvSpPr>
        <p:spPr>
          <a:xfrm>
            <a:off x="457200" y="1600200"/>
            <a:ext cx="5968314" cy="4525963"/>
          </a:xfrm>
        </p:spPr>
        <p:txBody>
          <a:bodyPr/>
          <a:lstStyle/>
          <a:p>
            <a:pPr>
              <a:defRPr sz="1800"/>
            </a:pPr>
            <a:r>
              <a:rPr lang="en-GB" dirty="0"/>
              <a:t>Eurostat national × NACE waste statistics</a:t>
            </a:r>
          </a:p>
          <a:p>
            <a:pPr lvl="1">
              <a:defRPr sz="1600"/>
            </a:pPr>
            <a:r>
              <a:rPr lang="en-GB" dirty="0"/>
              <a:t>The share of generated wastes that get reported as waste.</a:t>
            </a:r>
          </a:p>
        </p:txBody>
      </p:sp>
    </p:spTree>
    <p:extLst>
      <p:ext uri="{BB962C8B-B14F-4D97-AF65-F5344CB8AC3E}">
        <p14:creationId xmlns:p14="http://schemas.microsoft.com/office/powerpoint/2010/main" val="2997774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anchor="b">
            <a:normAutofit/>
          </a:bodyPr>
          <a:lstStyle/>
          <a:p>
            <a:pPr algn="r"/>
            <a:r>
              <a:rPr lang="fi-FI" sz="4000">
                <a:solidFill>
                  <a:srgbClr val="FFFFFF"/>
                </a:solidFill>
              </a:rPr>
              <a:t>Discussion</a:t>
            </a:r>
          </a:p>
        </p:txBody>
      </p:sp>
      <p:sp>
        <p:nvSpPr>
          <p:cNvPr id="3" name="Content Placeholder 2"/>
          <p:cNvSpPr>
            <a:spLocks noGrp="1"/>
          </p:cNvSpPr>
          <p:nvPr>
            <p:ph idx="1"/>
          </p:nvPr>
        </p:nvSpPr>
        <p:spPr>
          <a:xfrm>
            <a:off x="4810259" y="649480"/>
            <a:ext cx="6555347" cy="5546047"/>
          </a:xfrm>
        </p:spPr>
        <p:txBody>
          <a:bodyPr anchor="ctr">
            <a:normAutofit/>
          </a:bodyPr>
          <a:lstStyle/>
          <a:p>
            <a:r>
              <a:rPr lang="en-GB" sz="2000"/>
              <a:t>Other datasets exist, and can be used if we meet obstacles e.g need to infer recovery maturity, validation etc.</a:t>
            </a:r>
          </a:p>
          <a:p>
            <a:pPr lvl="1"/>
            <a:r>
              <a:rPr lang="en-GB" sz="2000"/>
              <a:t>GEM tracker (All steelmaking plants in Europe)</a:t>
            </a:r>
          </a:p>
          <a:p>
            <a:pPr>
              <a:defRPr sz="2000"/>
            </a:pPr>
            <a:endParaRPr lang="en-GB" sz="2000"/>
          </a:p>
          <a:p>
            <a:pPr>
              <a:defRPr sz="2000"/>
            </a:pPr>
            <a:r>
              <a:rPr lang="en-GB" sz="2000"/>
              <a:t>Next steps...</a:t>
            </a:r>
          </a:p>
          <a:p>
            <a:pPr marL="0" indent="0">
              <a:buNone/>
              <a:defRPr sz="2000"/>
            </a:pPr>
            <a:endParaRPr lang="en-GB" sz="2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B5B2B-B59A-7551-3A48-2BDF0317FA6A}"/>
              </a:ext>
            </a:extLst>
          </p:cNvPr>
          <p:cNvSpPr>
            <a:spLocks noGrp="1"/>
          </p:cNvSpPr>
          <p:nvPr>
            <p:ph type="title"/>
          </p:nvPr>
        </p:nvSpPr>
        <p:spPr/>
        <p:txBody>
          <a:bodyPr/>
          <a:lstStyle/>
          <a:p>
            <a:r>
              <a:rPr lang="en-FI" dirty="0"/>
              <a:t>Reported waste comparison</a:t>
            </a:r>
          </a:p>
        </p:txBody>
      </p:sp>
      <p:pic>
        <p:nvPicPr>
          <p:cNvPr id="5" name="Content Placeholder 4" descr="A screenshot of a computer&#10;&#10;AI-generated content may be incorrect.">
            <a:extLst>
              <a:ext uri="{FF2B5EF4-FFF2-40B4-BE49-F238E27FC236}">
                <a16:creationId xmlns:a16="http://schemas.microsoft.com/office/drawing/2014/main" id="{07560DDF-59A1-CD18-9EC6-8113AD4811F7}"/>
              </a:ext>
            </a:extLst>
          </p:cNvPr>
          <p:cNvPicPr>
            <a:picLocks noGrp="1" noChangeAspect="1"/>
          </p:cNvPicPr>
          <p:nvPr>
            <p:ph idx="1"/>
          </p:nvPr>
        </p:nvPicPr>
        <p:blipFill>
          <a:blip r:embed="rId3"/>
          <a:stretch>
            <a:fillRect/>
          </a:stretch>
        </p:blipFill>
        <p:spPr>
          <a:xfrm>
            <a:off x="457199" y="2724097"/>
            <a:ext cx="11437021" cy="3166063"/>
          </a:xfrm>
        </p:spPr>
      </p:pic>
    </p:spTree>
    <p:extLst>
      <p:ext uri="{BB962C8B-B14F-4D97-AF65-F5344CB8AC3E}">
        <p14:creationId xmlns:p14="http://schemas.microsoft.com/office/powerpoint/2010/main" val="35249126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2867</TotalTime>
  <Words>1734</Words>
  <Application>Microsoft Macintosh PowerPoint</Application>
  <PresentationFormat>Widescreen</PresentationFormat>
  <Paragraphs>177</Paragraphs>
  <Slides>11</Slides>
  <Notes>9</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Calibri</vt:lpstr>
      <vt:lpstr>Office Theme</vt:lpstr>
      <vt:lpstr>PowerPoint Presentation</vt:lpstr>
      <vt:lpstr>Agenda</vt:lpstr>
      <vt:lpstr>PowerPoint Presentation</vt:lpstr>
      <vt:lpstr>Example: SSAB Luleå</vt:lpstr>
      <vt:lpstr>PowerPoint Presentation</vt:lpstr>
      <vt:lpstr>Demo of Method Components</vt:lpstr>
      <vt:lpstr>Data Overview</vt:lpstr>
      <vt:lpstr>Data Overview</vt:lpstr>
      <vt:lpstr>Data Overview</vt:lpstr>
      <vt:lpstr>Discussion</vt:lpstr>
      <vt:lpstr>Reported waste comparison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Jim Jonathan Anderssen</cp:lastModifiedBy>
  <cp:revision>1</cp:revision>
  <dcterms:created xsi:type="dcterms:W3CDTF">2013-01-27T09:14:16Z</dcterms:created>
  <dcterms:modified xsi:type="dcterms:W3CDTF">2026-02-06T09:03:16Z</dcterms:modified>
  <cp:category/>
</cp:coreProperties>
</file>